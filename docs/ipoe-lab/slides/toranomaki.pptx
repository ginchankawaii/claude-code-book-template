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この教材の現在のステータス(講師は必読)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ラボは一度も実行されていない。「⚠未検証」の演習は期待結果が未確認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「⚠未検証」の演習を 1 本ずつ実走し、期待結果と所要時間を書き込む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46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VNE … IPv6 の上で IPv4 を通す事業者 (JPNE / インターネットマルチフィード等)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⚠未検証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実走で確認: 実際に GUA が付くか、付くならどのプレフィックスか → study-guide に書き込む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⚠未検証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152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47802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⚠未検証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の罠(講師が仕掛ける)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ラボ既定ではこの癖は再現しない。既定では DUID-LLT でも PD が降りる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docs/ipoe-lab/research-notes.md §2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0 は well-known 回避で使わない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(JPNE) = 240 ポート / OCNバーチャルコネクト (NTT Com) = 1008 ポート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素の Ethernet                   1500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PPPoE ヘッダ 8              → 1492  (MRU 上限で実質 1454 が多い)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IPv6 ヘッダ 40 (トンネル)   → 1460  MAP-E / DS-Lite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encaplimit (Dst Options) 8  → 1452  ip6tnl の既定。片方向断の原因 (R11)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⚠未検証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を再現する。ただし前提作業が必要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ラボの BR はポート制限を強制しない (制限は CE の NAT 実装依存)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BR に enforce 用 nft を投入してから実施する (test-matrix.md R3 に投入と戻し方)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これを飛ばすと演習が成功して終わる = 「MAP-E でも開放できる」と誤学習する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 nc / ping で叩いて届かないことを確認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外から叩く手順は test-matrix.md R13 が流用できる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生徒役は若手にやらせる。時間割の外で各回 +15〜20 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