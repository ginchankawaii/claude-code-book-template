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この教材の現在のステータス(講師は必読)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サイクル 1〜6 実走済み。R1〜R6/D1 の 7 件も実測完了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 Cisco 892FJ での DS-Lite も実測済み (第4部を参照)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は執筆済み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実施前に test-matrix §4 の「⚠ 実測」注記を必ず読む (5 件が想定と違った)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 / 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第0〜2部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全体像 → IPv6 そのもの → 日本の回線 (座学・導入)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1,2,3,5,7章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301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全体像 — まず地図を配る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細かい話に入る前に、これから何を何の順で見るのかを一枚で掴む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この資料の歩き方(全体 → 詳細 の順に降ります)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第0部 全体像 — いま何の話をしているのか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の話は「アドレスそのもの」「配り方」「IPv4 の運び方」の 3 層に分かれる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第1部 IPv6 そのもの(抽象)— どこの国でも同じ話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アドレスの書き方 / 種類 / 決まり方。ここは教科書どおり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第2部 日本の回線(具体)— ここからは日本だけの話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NTT の網 + VNE + ISP。v6プラス / transix などが「どれ」なのかを表で押さえる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第3部 実習(第1回〜第3回)— 手を動かして原理を見る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のアドレス計算、ポートの割り当て、MTU の引き算。ラボで壊して直す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第4部 検証結果(実測)— 本当にそうなるのか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ラボと実機で測った値。「たぶん」と「測った」を必ず分けて書いてあります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迷ったら第0部に戻ること。地図の上のどこにいるか分かれば必ず戻れます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 行でいうと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PPPoE が遅い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夜になると遅い。原因は網終端装置(NTE)の輻輳で、回線速度の問題ではない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だから IPoE に変える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= 網終端装置を通らず、網から直接 IPv6 が降ってくる方式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でも社内は IPv4 のままなので、IPv4 を IPv6 の上に載せて運ぶ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その運び方が MAP-E と DS-Lite。この資料の 8 割はここの話です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ここだけ持ち帰れば十分です。残りは全部この 3 行の詳細でしかありません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アドレスが枯渇した。だから IPv6 へ移行する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正しいが、これは「きっかけ」であって、お客様が今ハンコを押す理由ではない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 が遅いから。「夜だけ遅い」「Web 会議が切れる」で相談が来る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を使いたいのではなく、速度が欲しくて IPv6 の道を通ることになる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この区別が効く場面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「社内も IPv6 化しますか?」→ 普通はしません。LAN は IPv4 のまま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アドレス再設計・FW 見直し・アプリ検証が発生する。要件でない限りやらない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アドレスの枯渇」/ 付録 A「NTT NGN での IPv6」(p.437)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層に分かれる(混ぜると分からなくなる)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128ビット / fe80:: / /64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RA(SLAAC)/ DHCPv6-PD
誰が何を配るか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IPv4 を IPv6 に載せる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トラブルの切り分けも、この 3 層のどこで壊れているかを決めるところから始まります。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が降りてこない」= ② の話。「IPv6 は降りたが IPv4 が通らない」= ③ の話。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だけが日本固有の事情が濃い(共有 IPv4 とポート制限)。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アドレスの書き方・種類・決まり方。暗記より「見たことがある」を作る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 IPv6 の違い(現場で効くところだけ)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920240"/>
                <a:gridCol w="2103120"/>
                <a:gridCol w="5212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枯渇しない。ただし覚えられない → 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表記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192.168.1.1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2001:db8::1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 は 0 の連続の省略。1 か所しか使えない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任意(/24 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より小さく切ると SLAAC が動かない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IF のアドレス数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普通 1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 + グローバルが同時に付く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ブロードキャスト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あり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無い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代わりにマルチキャスト。ARP も無い(NDP になる)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アドレス解決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ARP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NDP(ICMPv6)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を止めると通信が死ぬ。FW 設計の最頻出事故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ルータが自分から「私がゲートウェイだ」と言いに来る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の問題が表に出やすい(後述の 1460)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78231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2.10「IPv6 と IPv4 の違い」(p.51)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書き方の 3 つのルール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各ブロック先頭の 0 は省ける: 2001:0db8:0000:0001 → 2001:db8:0:1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0 が続くところは :: で 1 回だけ省ける: 2001:db8:0:0:0:0:0:1 → 2001:db8::1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URL に書くときは [] で囲む(忘れると動きません)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http://[2001:db8::80]/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が原則である理由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ビットをインタフェース ID に使う、と決まっているため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MAC から作る(EUI-64)か、ランダムに作る。つまり下位は端末が勝手に決める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/64 より小さく切ると SLAAC が動かない。IPv4 の感覚をここで捨てる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実務での見え方(ここが後で効きます)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ひかり電話なし = /64 が 1 本だけ来る(RA 方式)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 = /56 が委譲される = /64 が 256 本使える(PD 方式)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この違いが「MAP-E が組めるか」に直結します(第4部の実測を参照)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アドレス」/ 第7章「SLAAC」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アドレスの種類 — 1 つの NIC に何本も付く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1828800"/>
                <a:gridCol w="192024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種類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見た目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届く範囲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誰が決める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現場でどこで見るか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リンクローカル(LLA)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fe80::…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同じリンク内だけ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自動(必ず付く)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 と RA の送信元。ルーティングの隣接もこれ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グローバル(GUA)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2000::/3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インターネット全体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か DHCPv6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実際の通信に使うアドレス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ユニークローカル(ULA)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fd00::/8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組織内だけ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OpenWrt が既定で作る。事故の元(第3部で扱う)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マルチキャスト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ff00::/8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グループ宛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規格で決まっている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ff02::1 全ノード / ff02::2 全ルータ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エニーキャスト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GUA と同じ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一番近い 1 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設計で決める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など。見た目では区別できない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未指定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DAD の送信元。「まだ決まっていない」の意味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ループバック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の 127.0.0.1 に相当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98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資料や検証に使う「ドキュメント用」は 2001:db8::/32。実在アドレスを例に使わないこと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は「アドレスをもらう前に通信する」必要がある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が上がった瞬間に自分だけで作れるアドレスが要る。それが fe80::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だから、こうなっている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fe80::。グローバルは後から付く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OSPFv3 / BGP の隣接も fe80::。「グローバルが無い = 壊れている」ではない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現場で効く場面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「グローバル IPv6 が無いのに ping6 が通る」→ 正常。LLA で通っています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このラボでも、VM に管理 IP を振らず fe80:: だけで SSH して構築しました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 どのインタフェース経由か を書かないと使えない(%eth0 / %vmbr0)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第5章「近隣探索プロトコル(NDP)」/ 第6章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ルータから RA が飛んでくる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ICMPv6。定期送信 + 要求への応答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SLAAC(自動設定)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にプレフィックスが入っている
端末が下位 64 ビットを自分で作る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DHCPv6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は「DHCPv6 を使え」と言うだけ
アドレスは DHCPv6 サーバが配る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RA の中の 2 つのフラグ(M / O)で、どちらを使うかが決まります。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M=0 → SLAAC だけ。M=1 → DHCPv6 でアドレスをもらう。O=1 → DNS 等だけ DHCPv6 から。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ルータがもらう /56 は DHCPv6-PD という別枠。アドレスではなくプレフィックスの委譲です。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日本の小規模案件では「ひかり電話あり = PD、なし = RA だけ」で実務はほぼ回ります。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登場人物と、v6プラス / transix などが結局「どれ」なのかを表で押さえる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登場人物 — 「ISP」と一言で言っても 3 者いる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 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契約先・課金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お客様は ISP としか契約していないつもりでも、裏で VNE が決まっており、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 VNE が MAP-E か DS-Lite かを決めています。こちらでは選べません。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提案・見積の前に「ISP はどこか」ではなく「VNE はどこか」を聞くこと。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分かれ道はまず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どちらで IPv4/IPv6 を通すか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ID/パスワードで認証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段目はここ。速度の話はこの分岐で決まります。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2 段目は「IPoE を選んだあと、IPv4 をどう運ぶか」= MAP-E か DS-Lite か(次ページ)。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両方同時に使えます。IPv6 は IPoE、IPv4 は PPPoE、という併用は実際によくある構成です。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切替当日は PPPoE を落としてから IPoE。セッションが残ると原因不明の不通になります。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 段目 — IPv4 をどう運ぶか(ここは選べません)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 にした。ではIPv4 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の上に載せて運ぶしかない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MAP-E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が IPv4 を IPv6 で包む
共有 IPv4 + 使えるポートが決まる
CPE 側で計算が要る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DS-Lite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はただ包むだけ
NAT は網側(AFTR)がやる
CPE の負荷が軽い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どちらになるかは VNE が決めます。お客様も我々も選べません。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違いが一番出るのは「ポート開放できますか?」への答え(第3部で詳しく)。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MAP-E: 使えるポートが数百個に限られる。指定のポートは開けられないことが多い。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DS-Lite: そもそも利用者側に開ける手段がない。固定 IP オプションを買う話になる。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実際のサービスはどれ? — 名前から方式を引く表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291840"/>
                <a:gridCol w="146304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JPIX(旧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4215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出典: ヤマハ RTpro「動作確認済み IPv6 IPoE + IPv4 over IPv6 接続サービス」ほか各社資料。案件では必ず最新版を確認すること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この表の使い方と、使うときの注意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ヒアリングでこの順に聞く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ひかり電話はありますか → /64 か /56 かが決まる(= PD 方式かどうか)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契約は ISP どこですか → その裏の VNE を調べる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VNE が決まれば方式が決まる → ポート開放の可否が言える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1: 同じ ISP でもプランで VNE が違うことがある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「◯◯光」は再販が多く、同じ名前でも中身が別 VNE ということが起きる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机上で決めつけず、開通後に実測で確かめること(第4部の run-checks)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2: 事業者名が変わっている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JPNE は JPIX に、NTT コミュニケーションズは NTT ドコモビジネスに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古い資料と名前が食い違うので、社内 wiki の記述は更新すること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3: 方式が分かっても「動く」とは限らない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側が対応している必要があります。次のページが実測結果です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VNE … IPv6 の上で IPv4 を通す事業者 (JPNE / インターネットマルチフィード等)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実走で確認: 実際に GUA が付くか、付くならどのプレフィックスか → study-guide に書き込む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(実測済み)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152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47802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の罠(講師が仕掛ける)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OpenWrt は DUID-LL を送るので DROP を素通りする (サイクル 5 実測)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docs/ipoe-lab/research-notes.md §2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0 は well-known 回避で使わない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(JPNE) = 240 ポート / OCNバーチャルコネクト (NTT Com) = 1008 ポート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素の Ethernet                   1500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PPPoE ヘッダ 8              → 1492  (MRU 上限で実質 1454 が多い)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IPv6 ヘッダ 40 (トンネル)   → 1460  MAP-E / DS-Lite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encaplimit (Dst Options) 8  → 1452  ip6tnl の既定。片方向断の原因 (R11)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を再現する。OpenWrt が CE なら enforce は不要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for i in $(seq 20); do curl -s --limit-rate 1k -m 30 ... &amp; done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紙に書いた 240 と違い、17 本目以降が失敗する (成功は 16 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nft の snat が終端判定で先頭ブロックのみ使用。実機では必ず数え直す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から叩いて届かないことを確認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前提: VNE と INET-SIM が別 VM (SPLIT_INET=1)。同居だと逆の結果になる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検証結果 — 本当にそうなるのか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ここから先は全部「測った値」です。推測と実測を必ず分けて書いてあります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この部の読み方 — 「たぶん」と「測った」を分ける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なぜこの部があるのか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設計どおりに動く、と思って客先に出た結果ハマるのを防ぐため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自宅に検証ラボを組み、実機とシミュレータの両方で 1 つずつ確かめました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何で測ったか(3 つの環境)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仮想ラボ (Proxmox 上に NGN / VNE / BRAS / INET を再現。CPE は OpenWrt)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実機 (Cisco 892FJ を①のアクセス網に物理接続。クライアントは Windows 11 実機)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CML (Cat8000v。892FJ が MAP-E 非対応なので、MAP-E の実機確認はこちら)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覚えておいてほしい結論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トラブル再現レシピ 7 件のうち 5 件が「手順書どおりでは想定と違った」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つまり、机上の想定は 7 割方どこかズレます。だから測る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検証ラボの構成(これを会社の VMware にも持ち込みます)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
または実機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/ DHCPv6-PD
radvd + Kea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BR
DS-Lite AFTR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INET-SIM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+ DNS
模擬インターネット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側 (BRAS) も別に立ててあるので、PPPoE → IPoE の切替そのものを演習できます。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アドレスは全部ドキュメント用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VNE と INET-SIM は必ず別 VM に分けること。同居させると DS-Lite の網側 NAT が効かず、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「疎通するので成功に見えるが、実は経路が違う」という一番タチの悪い状態になります。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 Cisco 892FJ で DS-Lite を通した結果(サイクル4)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108960"/>
                <a:gridCol w="45720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何を示すか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出口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網側 (AFTR) 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ping 203.0.113.80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 ホップ減っている = トンネルを経由している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1460 (DF 付き 1432B)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 MTU 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1500 (DF 付き 1472B)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192.168.100.1 から Frag Needed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自身が生成 = PMTUD 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5,242,880 バイト / 1.15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が効いている (MTU ブラックホールなし)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 と AAAA を正しく応答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ラボ DNS に到達している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28853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クライアントは実機 Windows 11。ip tcp adjust-mss 1420 を入れないと 5MB が完走しません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892FJ で分かった「手順書に書いておかないと必ず詰まる」3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RA 方式でないと autoconfig は何も取れない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ひかり電話ありの構成 (PD 方式) では radvd がプレフィックスを配らない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症状: No global unicast address is configured。しかも RA 自体は届いている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RA は見えるのにアドレスが付かない。原因に辿り着けない詰まり方をする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classic IOS は MSS clamp が必須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を入れないと、小さいページは見えるのに 5MB が止まる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は見えるがファイルが落ちない」の正体はほぼこれです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CPE が WAN 側にも RA を撒く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unicast-routing を入れると、CPE 自身がアクセス網に RA を流し始める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実網でやると上流が CPE をルータとして学習する。ipv6 nd ra suppress all で止める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側には入れないこと。配下のクライアントが SLAAC できなくなります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詳細: docs/ipoe-lab/runbook-vmware.md §8 (実機手順) / §9-M・§9-N (詰まったとき)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MAP-E の計算は合っていたか(仮想ラボ・サイクル3)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2743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計算で出した期待値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判定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PSID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使える先頭ポートブロック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 (設計値)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実効 16 (OpenWrt の癖)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要注意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301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計算どおりに出ます。ただしポート総数だけは CPE の実装に左右されます(次ページ)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実機 CE で 240 ポートを数えたかった — Cisco IOS XE で試した結果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なぜやったか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仮想ラボの OpenWrt では、設計 240 ポートに対し実効 16 しか使えなかった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固有の癖なのか、MAP-E 一般の話なのかが分からないままだった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は classic IOS で MAP-E 非対応 → CML の Cat8000v (IOS XE 17.15.01a) で確認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組んだ構成 (CML 上に 3 ノード)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client (Ubuntu) — Cat8000v (MAP-E CE) — BR 役 (Ubuntu)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クライアントから送信元ポートを 400 個ばらけさせて UDP を撃ち、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WAN 側リンクをキャプチャして「実際に何個の外側ポートが使われたか」を数える計画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結果: 数えられませんでした。ただし別のことが 2 つ分かりました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MAP-E の設定構文と、IOS XE が導出する値は設計と完全一致した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その設定を入れるとデータプレーンが落ちてルータが再起動する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① IOS XE の MAP-E 設定 — 構文と導出値は設計どおりだった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560320"/>
                <a:gridCol w="310896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こちらが与えた値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IOS XE が導出した値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設計値との一致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 256 / bits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 長 8 ビット)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4096 (明示)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 4096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 16 / bits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 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設計値 240 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4215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share-ratio と start-port だけ与えれば、残りは IOS XE が計算します。手計算と合いました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② 設定は通るのに、データプレーンが落ちる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起きたこと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の設定投入から約 60 秒後に転送エンジン (QFP) が落ちて再起動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%PMAN-0-PROCFAILCRIT: critical process qfp_ucode_c8kv has failed (rc 134)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原因の切り分け (対照実験)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設定なし → 落ちない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domain はあるが port-parameters が構文エラーで入らなかった → 落ちない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port-parameters が通って MAP-E が機能する状態になった → 落ちる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非対応と明記されている /64 の BMR を外し、正しい /56 の 1 本だけにしても落ちる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だから何が言えるか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CML の Cat8000v 17.15.01a では MAP-E の転送は確認できない (設定表示までは正しい)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 IOS XE がどうかは、これでは分かりません。断定しないこと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この件の一番の教訓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show コマンドが正しい値を返すことと、実際に転送できることは別物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検証は必ず「パケットを流して測る」ところまでやる。設定確認で終わらせない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バックログ 10 (実効ポート数) は未解決のまま。実機 IOS XE か RTX 等の別 CE が要ります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生徒役は若手にやらせる。時間割の外で各回 +15〜20 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