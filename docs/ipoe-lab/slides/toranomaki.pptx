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355"/>
                </a:solidFill>
                <a:latin typeface="Meiryo UI"/>
              </a:rPr>
              <a:t>IPv6 / IPoE 虎の巻</a:t>
            </a:r>
          </a:p>
          <a:p>
            <a:pPr algn="l"/>
            <a:r>
              <a:rPr sz="1800" b="0">
                <a:solidFill>
                  <a:srgbClr val="007ACC"/>
                </a:solidFill>
                <a:latin typeface="Meiryo UI"/>
              </a:rPr>
              <a:t>PPPoE → IPoE 切替でトラブらないための 3 回シリーズ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対象: IPv6 をほとんど触ったことがない若手 (支店配属 1〜3 年目想定)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教科書: 小川晃通『プロフェッショナル IPv6 第2版』(ラムダノート / CC BY-NC-SA)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検証環境: 社内 IPoE 検証ラボ (docs/ipoe-lab/, lab/ipoe/)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進め方: ラボで壊す → 「なんで?」が生まれる → 教科書の該当節を読む → もう一度ラボ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この勉強会の目的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PPPoE → IPoE 切替案件が増えている。しかしトラブルも増えている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組み合わせが多い: IPv6 配布方式 × IPv4 over IPv6 方式 × CPE 機種 × 構成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「やってみたら動かない」を客先で起こしている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原因は知識の欠落ではなく、原理を見たことがないこと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RA も DHCPv6-PD も MAP-E も、パケットを一度見れば腹に落ちる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だから「検証環境 × 教科書」でやる。座学だけ / 手順書だけ、では身に付かない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3 回終わったときにできるようになること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ひかり電話の有無から設定方式を理由付きで選べる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「ポート開放できますか?」に方式を聞いて即答できる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「Web は見えるがファイルが送れない」を最初の一手で切り分けられる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正本: docs/ipoe-lab/study-guide.md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全体の流れ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115568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05840"/>
                <a:gridCol w="5760720"/>
                <a:gridCol w="2194560"/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回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テーマ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教科書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ラボ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第1回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なんで IPv6 に変えなきゃいけないの?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1, 2, 18章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Phase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第2回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アドレスはどうやって降ってくるのか (最重要)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6, 7, 8章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Phase 1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第3回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の上で運ぶ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21, 22, 24章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Phase 2/3, R3, R4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補講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セキュリティ / DNS / NGN 固有問題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14, 16, 17章, 付録A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R6, R13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15468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全回で参照: 付録 A「NTT NGN での IPv6」(p.437) — 日本固有の話が全部ここにある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第1回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なんで IPv6 に変えなきゃいけないの?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「グローバルが1個、リンクローカルが1個、テンポラリが1個」と言えるようになる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1-1. まず事実: IPv4 アドレスは在庫が尽きた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IPv4 は約 43 億個。世界人口より少ない。スマホ 1 人 1 台で足りない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だから 3 つの対策が同時に走っている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NAT で共有する → 家庭内では昔からやっている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アドレスを売買・移転する → 実際に市場がある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IPv6 に移る → 本命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IPoE への切替は ③ の話。「速いから」は結果であって理由ではない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18.1 在庫枯渇はどのような問題なのか (p.335) / 18.2 影響 (p.336)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余裕があれば 18.5 IPv4 アドレス移転・売買・市場 (p.343)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1-2. IPv6 アドレスの書き方 (ここで演習)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128 ビット。16 進 4 桁を 8 ブロック、コロン区切り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2001:0db8:1014:0300:0000:0000:0000:0001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省略ルールは 2 つだけ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各ブロック先頭の 0 は省略できる → 0db8 は db8、0300 は 300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連続する 0 のブロックは :: に潰せる。ただし 1 箇所だけ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2001:db8:1014:300::1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演習: 次を省略形にせよ (5 分、紙に書く)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fe80:0000:0000:0000:0200:5eff:fe00:5301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2001:0db8:0000:0000:0000:0000:8888:0001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2001:0db8:100a:0500:0000:0000:0000:0000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2.2 IPv6 アドレスのテキスト表記 (p.38)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※ 答え合わせは講師が板書。ここを飛ばすと第2回以降ずっと読めないまま進む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1-3. IPv6 と IPv4 は「別のインターネット」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IPv4 の世界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203.0.113.x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635044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606137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互換性なし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直接は話せない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555382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26475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IPv6 の世界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2001:db8::x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IPv4 と IPv6 の間に自動変換はない。だから両方を同時に使う (デュアルスタック) か、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どちらかを他方の上で運ぶ (共存技術) しかない。IPoE がやっているのは後者。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「IPv6 にしたら IPv4 が使えなくなる」は誤り。IPv6 のトンネルの中を通って使える。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教科書: 2.10 IPv6 と IPv4 の違い (p.51) / 2.12 同時に使う (p.58) / 2.13 共存技術 (p.61)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1-4. ラボ演習 Phase 0 — つないで数える (25分)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手順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1. クライアント VM から PPPoE でつなぐ (従来方式の状態を先に見る)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2. ip -6 addr show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3. 出てきた IPv6 アドレスを種類ごとに数える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見てほしいこと: 1 つの NIC に IPv6 アドレスが何個も付いている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fe80:: で始まる → リンクローカル。同じリンク内専用。消すと全部死ぬ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2001: で始まる → グローバル。外と話せる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もう 1 つグローバルがある → Temporary (プライバシー拡張)。定期的に変わる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IPv4 の常識「1 NIC = 1 アドレス」がまず崩れる。ここが IPv6 の入口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2.9 複数の IPv6 アドレスが設定される (p.48) / 3.5 リンクローカル (p.74)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深掘り: 7.5 Temporary IPv6 アドレス (p.166) / 7.8 存続期間とステート (p.173)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宿題: 自宅回線のルータ / PC で IPv6 アドレスを見てきて、種類を数えて次回報告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第2回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アドレスはどうやって降ってくるのか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「ひかり電話あり = PD で /56、なし = RA で /64」を理由付きで説明できる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2-1. IPoE とは何か (用語の整理から)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IPoE = IP over Ethernet。PPP を挟まずに Ethernet に直接 IP を載せる方式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NTT の商品名ではない。接続方式の名前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PPPoE との違い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PPPoE: ID/パスワードでセッションを張る → 網終端装置 (NTE) を必ず通る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IPoE: つないだらアドレスが降ってくる → NTE を通らない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「IPoE は速い」の正体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プロトコルが速いのではなく、混雑する箱 (NTE) を通らないから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※ VNE 側が混んでいれば普通に遅い。「速くなります」と客に約束しない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付録 A.3 IPv6 PPPoE と IPv6 IPoE (p.443) ← 付箋を貼る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2-2. 近隣探索プロトコル — IPv6 の心臓部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IPv6 に ARP はない。代わりに ICMPv6 の 4 兄弟が働く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RS (Router Solicitation): 「ルータいますか?」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RA (Router Advertisement): 「ここにいる。プレフィックスはこれ」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NS (Neighbor Solicitation): 「このアドレスの MAC 教えて」= ARP 相当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NA (Neighbor Advertisement): 「私です」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全部 ICMPv6。だから ICMPv6 を全 deny すると IPv6 は動かない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教科書 14.9「ICMPv6 を無条件にすべてフィルタリングすべきではない」(p.279)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対立意見: では全許可か? それも違う。Packet Too Big を落とすと MTU 障害になる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6.1 機能と利用するメッセージ (p.128) / 6.2 ルータとプレフィックス情報の発見 (p.129)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余力があれば 6.6 IPv6 における on-link と off-link (p.154)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2-3. 方式は 2 つ — 分岐点は「ひかり電話」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0" y="1188720"/>
            <a:ext cx="3017520" cy="9144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1F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案件受領: ひかり電話は?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ヒアリングシートの必須項目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なし → RA 方式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SLAAC / /64 が 1 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あり → PD 方式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DHCPv6-PD / /56 = /64 が 256 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0760" y="210312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91840" y="2514600"/>
            <a:ext cx="5577840" cy="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9184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86968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RA 方式: ルータ広告のプレフィックス情報から端末が自分でアドレスを作る (SLAAC)。/64 が 1 個。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PD 方式: DHCPv6 で「プレフィックスそのもの」が委任される。/56 = /64 が 256 個作れる。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ヒアリングシートの「ひかり電話」欄が空欄で来たら、設定が全部変わる。必ず埋めさせる。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教科書: 7.1 SLAAC の流れ (p.160) / 8.7 DHCPv6-PD (p.201) / 3.12 ユーザへの割り当て (p.89)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2-4. プレフィックス長 /64 /56 の感覚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IPv4 と IPv6 で「もらうもの」が違う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IPv4: アドレスを 1 個もらう (グローバル 1 個 + 中は NAT)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IPv6: プレフィックスを 1 個もらって、その中を自分で切る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ホスト部は常に 64 ビット。これは SLAAC が要求している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だから /64 より細かく切ると SLAAC が動かない。/65 などは実務では作らない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/56 をもらったら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2001:db8:100a:0500::/56 → 0500:: 〜 05ff:: の /64 が 256 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LAN を複数セグメントに分けられる。これが PD 方式の価値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3.12 (p.89) / 3.7 グローバルユニキャストアドレス (p.80)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2-5. ラボ演習 Phase 1 — 4 兄弟を実際に見る (25分)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手順 (RA 方式 → PD 方式を切り替えて 2 回まわす)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1. NGN 側で方式を切り替える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./lab/ipoe/ngn/setup-ngn.sh ra     # ひかり電話なし相当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./lab/ipoe/ngn/setup-ngn.sh pd     # ひかり電話あり相当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2. CPE 側でキャプチャしながら再接続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tcpdump -i any -nn 'icmp6 or udp port 546 or udp port 547'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3. RS → RA が見えるか / Solicit → Advertise → Request → Reply が見えるか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4. ip -6 route と CPE の LAN 側アドレスを比べる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DUID の罠 (Phase 1 step 5)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NGN は DUID-LL (type 0003) しか受け付けない。LLT を送る CPE は PD が降りない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教科書: 8.4 DUID (p.191)。ここを知らないと「なぜか PD だけ来ない」で数時間溶ける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8.1 IPv4 の DHCP と DHCPv6 の違い (p.180) / 8.3 DHCPv6 の概要 (p.183)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第3回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IPv4 を IPv6 の上で運ぶ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「ポート開放したい」に、方式を聞いて可否を即答できる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3-1. 共存技術の分類 — 名前が多すぎる問題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115568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4114800"/>
                <a:gridCol w="3383280"/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分類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代表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日本の IPoE で使うか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教科書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トンネル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6to4, Teredo, ISATAP, 6rd, 4rd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6rd/4rd の系譜が MAP-E の祖先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第22章 (p.385)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変換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SIIT, NAT64 + DNS64, 464XLAT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モバイル系。固定回線では少ない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第23章 (p.407)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プロキシ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HTTP プロキシ, TRT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ほぼ使わない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第25章 (p.433)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運用形態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392B"/>
                          </a:solidFill>
                          <a:latin typeface="Meiryo UI"/>
                        </a:rPr>
                        <a:t>DS-Lite / MAP-E / lw4o6 / A+P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392B"/>
                          </a:solidFill>
                          <a:latin typeface="Meiryo UI"/>
                        </a:rPr>
                        <a:t>これが本命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392B"/>
                          </a:solidFill>
                          <a:latin typeface="Meiryo UI"/>
                        </a:rPr>
                        <a:t>第24章 (p.421)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15468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21.1 バリエーション (p.381) / 21.2 ステートフルとステートレス (p.382)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3-2. サービス名と方式名を混同しない (最重要の実務知識)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これは全部サービス名 (商品名)。教科書には出てこない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v6 プラス / transix / クロスパス / IPv6 オプション / v6 コネクト …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方式名はこの 2 つ (固定回線の日本の IPoE では実質これだけ)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… CE (お客様のルータ) 側で NAT する。ポートが制限される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DS-Lite … 網側 (AFTR) で NAT する。ポート開放が原理的に不可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案件で最初に確認すること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「その商品の中身は MAP-E ですか DS-Lite ですか」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サービス名だけで設定を始めると、CPE のテンプレを間違える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実サービスとの対応表: docs/ipoe-lab/research-notes.md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3-3. MAP-E — 1 個の IPv4 を何人で分けるか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考え方: グローバル IPv4 を複数ユーザで共有し、ポート番号で区別する (A+P)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自分の IPv6 プレフィックスから、使える IPv4 とポート範囲が計算で決まる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計算に使うのが EA bits と PSID。ステートレス = 網側に台帳がない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ラボのパラメータ (README §2 の想定値)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rule-ipv6-prefix 2001:db8:1000::/40 / rule-ipv4-prefix 198.51.100.0/24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ea-len 16 / psid-offset 4 → 1 ユーザあたり約 4096 ポート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現場で刺さる罠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使えるポートは連続していない。飛び飛びのブロックに分かれる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「1024〜5120 の範囲」と思って NAT 設定を書くと動かない → ラボ R12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80/443 は基本もらえない。Web サーバ公開は MAP-E では厳しい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24.3 A+P (p.423) / 24.4 MAP-E、MAP-T、4rd (p.425) / 19.4 課題 (p.362)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3-4. DS-Lite — NAT が網側にある。だから触れない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お客様 PC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192.168.x.x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CPE (B4)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NAT しない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AFTR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ここで NAT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インターネット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共有グローバル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MAP-E は CPE が NAT する → 自分のポート範囲内なら開放できる。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DS-Lite は AFTR (事業者設備) が NAT する → お客様側から設定する手段がない。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「ポート開放できますか?」→ DS-Lite なら答えは「できません」。代替は PPPoE 併用か固定 IP 契約。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教科書: 24.1 DS-Lite (p.421) / 19.3 NAT 機器に要求される挙動 (p.356)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3-5. MTU — 「Web は見えるがファイルが送れない」の正体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トンネルするとヘッダが増えるので、素の 1500 バイトは通らない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PPPoE: 1454 / MAP-E・DS-Lite: 1460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encaplimit (Destination Options ヘッダ) が付くと 8 バイト減って 1452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症状の出方が独特なので覚える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小さいパケット (HTTP GET, ping, DNS) は通る → 「つながってる」と見える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大きいパケット (ファイル送信、添付、画像の多いページ) だけ落ちる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なぜ勝手に調整されないのか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本来は Path MTU Discovery が ICMPv6 Packet Too Big で教えてくれる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経路のどこかで ICMPv6 を drop していると教えてもらえない = MTU ブラックホール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第10章 Path MTU discovery (p.215) / 9.2 IPv6 フラグメントヘッダ (p.208) / 14.9 (p.279)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ラボ R5 (MTU ブラックホール) / R11 (encaplimit 起因の片方向断) で再現する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3-6. ラボ演習 Phase 2/3 + R3/R4 — 失敗を体験する (25分)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MAP-E で「使えるポートを数える」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CPE に降りたプレフィックスから共有 IPv4 と PSID を確認する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ポート範囲を書き出し、連続していないことを目で見る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R3: 範囲外のポートで通信させて失敗させる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「設定は正しいのに通らない」がどう見えるかを体験する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R4: DS-Lite でポート開放を試して、できないことを確認する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CPE の設定画面にポート開放欄はあるのに効かない ← 客に説明するとき効く体験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④ 大きいファイルを落として MTU を確認する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curl -o /dev/null http://203.0.113.80/big.bin   # 5MB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⑤ 結果を test-matrix.md §5 実績表に記録する。記録しないと次の案件で活きない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つまずきの壁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現場で実際に出る質問と答え方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生徒役は若手にやらせる。読み上げるだけで理解が進む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IPoE って NTT がやってるサービス名ですか?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いや、IP over Ethernet の略。PPP を挟まずに Ethernet に直接 IP を載せる接続方式の名前。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PPPoE は ID/パスワードでセッションを張る工程が入るが、IPoE はそれがない。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つないだら RA か DHCPv6 でアドレスが降ってくる。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付録 A.3 (p.443) — PPPoE と IPoE が並べて書いてある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2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「IPoE にすると速い」って営業が言うんですけど、なんで速いんですか?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IPoE 自体が速いわけじゃない。PPPoE は網終端装置 (NTE) を必ず通り、そこの収容数が決まっていて夕方混む。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IPoE はそこを通らない。つまり「速い」の理由はプロトコルではなく通る箱が違うから。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客への説明もこの言い方をする。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617720"/>
            <a:ext cx="10881360" cy="1051560"/>
          </a:xfrm>
          <a:prstGeom prst="rect">
            <a:avLst/>
          </a:prstGeom>
          <a:solidFill>
            <a:srgbClr val="FDF1EF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/>
          <a:lstStyle/>
          <a:p>
            <a:pPr algn="l"/>
            <a:r>
              <a:rPr sz="1300" b="1">
                <a:solidFill>
                  <a:srgbClr val="C0392B"/>
                </a:solidFill>
                <a:latin typeface="Meiryo UI"/>
              </a:rPr>
              <a:t>対立意見(懐疑的な同僚): </a:t>
            </a:r>
            <a:r>
              <a:rPr sz="1300" b="0">
                <a:solidFill>
                  <a:srgbClr val="555555"/>
                </a:solidFill>
                <a:latin typeface="Meiryo UI"/>
              </a:rPr>
              <a:t>それも常に正しくない。IPoE 側の VNE が混んでれば普通に遅い。「IPoE にしたのに遅い」案件は実在する。だから「速くなります」と言い切らないこと。約束すると後で詰められる。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付録 A.3 (p.443)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3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IPv6 にしたら IPv4 は使えなくなるんですか?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ならない。IPoE でも IPv4 は使える。ただし IPv6 のトンネルの中を通る (MAP-E / DS-Lite)。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だから「IPv4 の通信が IPv6 に依存する」という新しい壊れ方が生まれる。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IPv6 側が不調なら IPv4 も道連れになる、という点が PPPoE 時代と決定的に違う。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21.1 共存技術のバリエーション (p.381) / 第24章 (p.421)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4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/64 とか /56 の数字は何ですか? IPv4 の /24 みたいなもの?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考え方は同じ (前から何ビットがネットワーク部か)。ただ運用の感覚が全然違う。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IPv4 は「アドレスを 1 個もらう」、IPv6 は「プレフィックスを 1 個もらって中を自分で切る」。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/56 をもらえば /64 が 256 個。ホスト部は常に 64 ビット (SLAAC の要求)。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3.12 ユーザへの IPv6 アドレス割り当て (p.89) / 7.1 SLAAC の流れ (p.160)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5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fe80:: のアドレスがいっぱい出てくるんですが、消していいですか?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消したら通信が全部死ぬ。リンクローカルアドレスといって、同じリンク内だけで使う。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IPv6 のルーティングも近隣探索も、実はこれを使って動いている。RA の送信元も fe80::。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IPv4 の 169.254.x.x とは役割が全然違う (あっちは DHCP 失敗時の敗戦処理)。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3.5 リンクローカルユニキャストアドレス (p.74) / 第6章 (p.127)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6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tcpdump に ICMPv6 がめちゃくちゃ流れてるんですが、攻撃されてます?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正常。IPv6 では ICMPv6 がプロトコルの本体機能を担っている。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ARP の代わり (NS/NA)、ルータ広告 (RS/RA)、Path MTU 通知、全部 ICMPv6。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だから ICMPv6 を全部 drop するファイアウォール設定は IPv6 を壊す。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617720"/>
            <a:ext cx="10881360" cy="1051560"/>
          </a:xfrm>
          <a:prstGeom prst="rect">
            <a:avLst/>
          </a:prstGeom>
          <a:solidFill>
            <a:srgbClr val="FDF1EF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/>
          <a:lstStyle/>
          <a:p>
            <a:pPr algn="l"/>
            <a:r>
              <a:rPr sz="1300" b="1">
                <a:solidFill>
                  <a:srgbClr val="C0392B"/>
                </a:solidFill>
                <a:latin typeface="Meiryo UI"/>
              </a:rPr>
              <a:t>対立意見(懐疑的な同僚): </a:t>
            </a:r>
            <a:r>
              <a:rPr sz="1300" b="0">
                <a:solidFill>
                  <a:srgbClr val="555555"/>
                </a:solidFill>
                <a:latin typeface="Meiryo UI"/>
              </a:rPr>
              <a:t>逆に「じゃあ ICMPv6 は全許可」も間違い。RFC 4890 相当の選別が必要。ラボでやると分かるが、Packet Too Big を落とすと R5 の MTU ブラックホールが再現する。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14.9 ICMPv6 を無条件にすべてフィルタリングすべきではない (p.279) / ラボ R5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7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MAP-E の「ポートが制限される」って、何個使えるんですか?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方式のパラメータ次第。ラボの設定 (ea-len 16, psid-offset 4) だと 1 ユーザあたり約 4096 個。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しかも連続していないブロックに分かれる。ここが罠。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「1024〜5120 の範囲」のように連続だと思って NAT 設定を書くと動かない。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617720"/>
            <a:ext cx="10881360" cy="1051560"/>
          </a:xfrm>
          <a:prstGeom prst="rect">
            <a:avLst/>
          </a:prstGeom>
          <a:solidFill>
            <a:srgbClr val="FDF1EF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/>
          <a:lstStyle/>
          <a:p>
            <a:pPr algn="l"/>
            <a:r>
              <a:rPr sz="1300" b="1">
                <a:solidFill>
                  <a:srgbClr val="C0392B"/>
                </a:solidFill>
                <a:latin typeface="Meiryo UI"/>
              </a:rPr>
              <a:t>対立意見(懐疑的な同僚): </a:t>
            </a:r>
            <a:r>
              <a:rPr sz="1300" b="0">
                <a:solidFill>
                  <a:srgbClr val="555555"/>
                </a:solidFill>
                <a:latin typeface="Meiryo UI"/>
              </a:rPr>
              <a:t>「4096 個あれば十分」も雑。ブラウザは 1 タブで数十本張る。同時接続の多い拠点や監視系がいると足りなくなる。台数が多い案件では実測すること。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24.3 A+P (p.423) / 24.4 (p.425) / ラボ R12 で必ず一度失敗させる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8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客先で「ポート開放して」と言われました。IPoE でもできますよね?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方式を先に確認する。MAP-E なら自分に割り当てられたポート範囲内でのみ可 (80/443 は基本無理)。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DS-Lite なら原理的に不可。NAT が網側 (AFTR) にあって、そこは触れない。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ここを聞かずに「できます」と答えると案件が炎上する。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24.1 DS-Lite (p.421) / 19.4 IPv4 アドレス共有技術の課題 (p.362) / ラボ R4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9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切替後に「Web は見えるけど添付ファイルが送れない」と言われました。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MTU を疑う。トンネルでヘッダが増えるので素の 1500 では通らない。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想定値は PPPoE 1454 / MAP-E・DS-Lite 1460、encaplimit が付くと 1452。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小さいパケットは通るので「見えるけど大きいものが落ちる」という症状になる。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第10章 (p.215) / 9.2 (p.208) / ラボ R5, R11 (/big.bin 5MB で再現)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10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IPoE にしたらセキュリティは上がりますか?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下がる可能性がある。PPPoE + IPv4 NAT では「NAT があるから外から入れない」状態だったのが、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IPoE で各端末にグローバル IPv6 が付くと、外から直接到達しうる。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ファイアウォール設定が入っているかを必ず確認する。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617720"/>
            <a:ext cx="10881360" cy="1051560"/>
          </a:xfrm>
          <a:prstGeom prst="rect">
            <a:avLst/>
          </a:prstGeom>
          <a:solidFill>
            <a:srgbClr val="FDF1EF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/>
          <a:lstStyle/>
          <a:p>
            <a:pPr algn="l"/>
            <a:r>
              <a:rPr sz="1300" b="1">
                <a:solidFill>
                  <a:srgbClr val="C0392B"/>
                </a:solidFill>
                <a:latin typeface="Meiryo UI"/>
              </a:rPr>
              <a:t>対立意見(懐疑的な同僚): </a:t>
            </a:r>
            <a:r>
              <a:rPr sz="1300" b="0">
                <a:solidFill>
                  <a:srgbClr val="555555"/>
                </a:solidFill>
                <a:latin typeface="Meiryo UI"/>
              </a:rPr>
              <a:t>とはいえ「NAT はセキュリティ機能ではない」というのも教科書の立場。NAT に守られていたつもりだっただけ。この誤解をそのまま客に共有すると後々困る。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14.1 IPv6 は IPv4 よりもセキュアというわけではない (p.263) / 14.7 (p.278) / ラボ R13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用語の対訳表 — 同じものが 3 通りの呼び方で出てくる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1155680" cy="49926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3566160"/>
                <a:gridCol w="365760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教科書の用語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現場でよく言う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機器 / 画面での表記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近隣探索プロトコル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ND、ネイバーディスカバリ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Neighbor Discovery / ipv6 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Router Advertisement メッセージ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RA、ルータ広告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 / ipv6 nd ra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プレフィックス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プレフィックス、接頭辞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prefix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SLAAC (IPv6 アドレスの自動設定)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 方式、ステートレス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SLAAC / autoconfig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DHCPv6-PD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PD 方式、プレフィックス委任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IA_PD / ipv6 dhcp 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DUID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ドゥーイド、クライアント識別子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DUID-LL / DUID-LLT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リンクローカルユニキャストアドレス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リンクローカル、fe80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link-local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IPv4/IPv6 共存技術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IPv4 over IPv6、v4v6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transition technology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マップイー、v6 プラス系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 / nat64 map-e (IOS XE)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ディーエスライト、transix 系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 / AFTR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A+P (ポートセット)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ポート制限、PSID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port-set / PSID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Path MTU discovery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PMTUD、MTU 探索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path-mtu-discovery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6227064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※ v6プラス / transix / クロスパス / IPv6オプション は「サービス名」。方式名ではない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トラブル再現レシピ → 読むべき節 (現象を見た直後に読む)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1155680" cy="5212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97280"/>
                <a:gridCol w="6766560"/>
                <a:gridCol w="3291840"/>
              </a:tblGrid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レシピ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現象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教科書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 方式なのに PD 前提設定 (最頻出)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7.1-7.7 / 8.7 / 付録A.3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PPPoE セッション残留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付録A.3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 ポート制限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24.3 / 24.4 / 19.4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R4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 でポート開放不可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24.1 / 19.3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MTU ブラックホール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第10章 / 9.2 / 14.9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R6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DNS フォールバック遅延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17.2 / 15.3 / 付録A.1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二重終端 (HGW 内蔵 + 配下ルータ)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付録B / 13.2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R8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v6 オプション未契約相当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付録A.2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プレフィックス変更で LAN が追従しない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7.8 / 13.3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R10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PPPoE 併用時の経路非対称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13.1 / 13.2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encaplimit 起因の片方向断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4.3 / 22.7 / 14.10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R12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ポートセット非連続を無視した NAT 設定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24.3 / 24.4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IPoE 化による外→内 IPv6 直接着信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第14章 / 14.7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64465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レシピ本体: docs/ipoe-lab/test-matrix.md §4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教科書とラボが食い違う唯一の重要ポイント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MAP-E のインタフェース識別子の仕様が 2 系統ある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RFC 7597 準拠 … 教科書 第2版 第2刷 でこちらに修正された (更新履歴に明記)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draft-ietf-softwire-map-03 準拠 … 日本の VNE の実装はこちら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ラボは実サービスに合わせて draft-03 側にしている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OpenWrt では legacymap 1 を指定する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つまり: 教科書どおりに設定すると実サービスで動かないことがある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「教科書が間違っている」のではなく「実装が draft のまま普及した」ということ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こういう食い違いは IPv6 の世界では珍しくない。だから検証環境が必要になる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詳細: docs/ipoe-lab/research-notes.md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勉強会で必ず触れること。ここを知らずに現場に出ると、教科書を読んだ人ほどハマる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修了確認 — 理由付きで答えられるか (5問)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1. ひかり電話ありの案件で、CPE に設定すべきは RA 方式か PD 方式か。なぜか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2. 客から「Minecraft サーバを公開したい」と言われた。まず何を確認するか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3. 「切替後、Web は見えるが大きいファイルが送れない」。最初に疑うのは何か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4. ICMPv6 を全部 deny した。何が壊れるか 2 つ挙げよ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5. IPoE 化で PC に付いたグローバル IPv6。セキュリティ上、何を確認するか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/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答えを暗記させるのが目的ではない。「どの節を見ればいいか」が分かれば合格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現場では調べる時間がある。調べる先が分からないことが事故を生む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次の一歩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自分の案件でヒアリングシート (test-matrix.md §1) を埋めてみる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ラボで自分の案件構成を再現し、実績表 (§5) に記録を残す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参考資料 / 出典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教科書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小川晃通『プロフェッショナル IPv6 第2版』ラムダノート, 2021年12月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(第2刷 2023年3月) CC BY-NC-SA。ページ番号は第2版のもの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※ 刷によってページがずれる可能性がある。勉強会前に講師が 1 箇所確認する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社内資料 (本リポジトリ)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docs/ipoe-lab/study-guide.md … 本スライドの正本。対応表の全量はこちら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docs/ipoe-lab/README.md … ラボ全体設計・アドレス計画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docs/ipoe-lab/build.md … 構築手順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docs/ipoe-lab/test-matrix.md … ヒアリングシート / 検証マトリクス / レシピ R1-R13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docs/ipoe-lab/research-notes.md … 実サービスのパラメータ、既知の落とし穴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docs/ipoe-lab/runbook-vmware.md … 社内 VMware 環境での構築手順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このスライドの再生成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python3 docs/ipoe-lab/slides/build-toranomaki.py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