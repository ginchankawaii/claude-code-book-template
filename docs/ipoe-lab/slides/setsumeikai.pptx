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細かい話に入る前に、今日の地図を配ります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原因は回線速度ではなく、多くの場合 PPPoE が通る「網終端装置」の混雑です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アドレスの在庫枯渇」(p.335) / 付録 A.3「IPv6 PPPoE と IPv6 IPoE」(p.443)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9 分で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ある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無い (NDP = 近隣探索 に変わる)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301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書き方のルールは 3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各ブロック先頭の 0 は省ける → 2001:0db8:0000:0001 は 2001:db8:0:1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:: は 0 が続くところを 1 回だけ省ける → 2001:db8:0:0:0:0:0:1 は 2001:db8::1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URL に書くときは [ ] で囲む。忘れると動きません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   ← 囲まないとポート番号のコロンと区別できません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 /64 なのか — 決まりごとです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ビットは「インタフェース ID」に使うと決まっている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から作るかランダムに作る。つまり下位は端末が勝手に決める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実務での見え方 — ここが後で効きます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ひかり電話なし → /64 が 1 本だけ来る (RA 方式)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 → /56 が委譲される = /64 が 256 本使える (PD 方式)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 /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fe80::。グローバルアドレスは後から付く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ルーティングプロトコルの隣接も fe80::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うちの検証環境では、VM に管理 IP を振らず fe80:: だけで SSH して構築しました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はどのインタフェース経由かを必ず書きます (fe80::1%eth0)。最初の関門です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ルータが「私がゲートウェイだ」と自分から言いに来ます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 (RS)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ルータが「私がいます。プレフィックスはこれです」と答える (RA)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端末が下位 64 ビットを自分で作ってアドレスを完成させる (SLAAC = 自動設定)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DHCPv6 を使う場合も、その指示自体は RA で伝えられます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 フラグ … 立っていれば SLAAC でアドレスを作ってよい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 フラグ … 立っていれば DHCPv6 でもアドレスをもらう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 フラグ … 立っていれば DNS などの情報だけ DHCPv6 からもらう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「M が立っていれば SLAAC はしない」は違います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の可否を決めるのは A フラグ。M と A が両方立てば両方動いてアドレスが 2 本以上付きます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そもそも M/O は推奨でしかなく、従うかは OS 次第です (Android は DHCPv6 を使いません)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は別枠で DHCPv6-PD。アドレスではなくプレフィックスの委譲です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切替当日は PPPoE を落としてから IPoE に切り替えてください。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セッションが残っていると、原因の分からない不通になります。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 NAT 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(お客様のルータ)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 (AFTR という装置)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301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98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第24章「IPv4 アドレス共有」(p.421〜) / 21.1「IPv4/IPv6 共存技術のバリエーション」(p.381)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CPE は包むだけ、NAT 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PC 192.168.1.10 → CPE で IPv6 の箱に詰める → AFTR で箱を開けて NAT → インターネット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は NAT をしません。トンネルの入口 (B4) になるだけです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NAT は網側の AFTR という装置がまとめてやります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CPE 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どのアドレスとどのポートかは、降ってきた IPv6 プレフィックスから計算で決まります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16 個ずつ × 15 塊 = 240 個  (最初の塊は 4176〜4191)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方式を決める前に、同時接続数を実測してください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36391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で 80 番が無理なのは、使えるポートが計算で決まるから (例では 4176〜4191 のような番号だけ)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切替前に必ず聞くこと / MTU 1460 の話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切替前のヒアリング — これを後で発覚させると事故になります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直し方は決まっています — TCP が 1 回に運ぶ上限 (MSS) を CPE で書き換える (MSS clamp)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なぜ検証環境を作ったのか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「やってみたら動かない」を客先で起こさないためです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困っていたこと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組み合わせが多すぎる。IPv6 の配り方 × IPv4 の運び方 × CPE の機種 × 構成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本番の回線では試せない。お客様の回線を壊すわけにいかない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座学だけでは身に付かない。RA も MAP-E も、パケットを一度見れば腹に落ちる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そこで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自宅に NTT の網と VNE を丸ごと再現した検証環境を作りました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これから会社の VMware にも同じものを持ち込みます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ここは 1 分で流してください。次の構成図から本番です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NTT の網の代わり
RA を撒き /56 を委譲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の BR
DS-Lite の AFTR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INET-SIM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模擬インターネット
Web と DNS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別に PPPoE の受け口 (BRAS) も立ててあるので、切替前の状態も再現できます。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INET-SIM 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方式も切り替えられる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を収容して、本物の設定を投入できる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904487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MSS clamp 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904487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検証スクリプトが全項目 PASS したのに、実は CPE を通らずに出ていたことがありました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それなのにパケットが 1 つも流れなかった。転送エンジンが落ちていました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会社でどう使うか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同じものを会社の VMware に再現できるよう、一式を用意してあります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構築ランブック … 上から順に実行すれば完成する手順書。詰まった箇所も全部載せてあります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セットアップスクリプト … 各サーバの設定を自動でやるもの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チェックスクリプト … 切替の前後で流して証跡ログを残すもの (Windows 版もあります)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… わざと壊すための手順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実走の記録 … 何をやって何にハマったかの一次記録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会社は AI も GitHub も使えない前提で作ってあります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このバンドルだけ持ち込めば構築できます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想定している使い道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勉強会 (若手にパケットを見せる)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案件前の事前検証 (この構成で本当に動くかを先に確かめる)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切替当日の判断材料 (同じ症状を先に見ておく)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