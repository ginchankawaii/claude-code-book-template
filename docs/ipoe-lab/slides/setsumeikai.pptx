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・**最後の「言い直し」を必ず言うこと。**「IPv6 = 速い」で持ち帰られると、</a:t>
            </a:r>
          </a:p>
          <a:p>
            <a:r>
              <a:t>  お客様に間違った説明をすることになる。速いのは IPoE という通り方。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・**最初の 3 行を飛ばさないこと。**「なぜポートを分ければアドレスを共有できるのか」が</a:t>
            </a:r>
          </a:p>
          <a:p>
            <a:r>
              <a:t>  入っていないと、この先の 240 個の話が全部 呪文になる。</a:t>
            </a:r>
          </a:p>
          <a:p>
            <a:r>
              <a:t>・240 は **割当の構造値**。「実測で 240 使えた」とは言わないこと (次ページの注記)。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・**ここが「自動設定」の中身。**お客様が「ルータを繋いだら勝手に繋がった」と</a:t>
            </a:r>
          </a:p>
          <a:p>
            <a:r>
              <a:t>  言うときに起きているのがこれ。</a:t>
            </a:r>
          </a:p>
          <a:p>
            <a:r>
              <a:t>・**手動設定の機種が噛み合わない理由**もここ。対応表の意味が腑に落ちる。</a:t>
            </a:r>
          </a:p>
          <a:p>
            <a:r>
              <a:t>・第4部 ④ の伏線。**この 1 枚が資料から抜けていたこと自体**が、</a:t>
            </a:r>
          </a:p>
          <a:p>
            <a:r>
              <a:t>  検証環境にサーバが無かったことの裏返しだった、という話につなげる。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・**事業者が返す数字ひとつ**で共有/固定が決まる、というのがここの中身。</a:t>
            </a:r>
          </a:p>
          <a:p>
            <a:r>
              <a:t>・**IPv4 アドレスが変わらない**のが意外に効く。「固定 IP = アドレスが変わらないこと」</a:t>
            </a:r>
          </a:p>
          <a:p>
            <a:r>
              <a:t>  だと思っている人が多いが、**ポートの持ち分**の話でもある。</a:t>
            </a:r>
          </a:p>
          <a:p>
            <a:r>
              <a:t>・同時接続数が足りない案件では、**固定 IP オプションが技術的な解**になる。</a:t>
            </a:r>
          </a:p>
          <a:p>
            <a:r>
              <a:t>  見積の根拠として使えるので、営業に同席してもらう回では特に丁寧に。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・**ここは IPv6 の知識の話ではない。**検証の姿勢の話なので、</a:t>
            </a:r>
          </a:p>
          <a:p>
            <a:r>
              <a:t>  中堅・ベテランにも刺さる。時間が押していてもここは削らないこと。</a:t>
            </a:r>
          </a:p>
          <a:p>
            <a:r>
              <a:t>・自分の失敗として話すこと。**「気をつけましょう」では伝わらない。**</a:t>
            </a:r>
          </a:p>
          <a:p>
            <a:r>
              <a:t>・第3部の「計算のルールはどこから来るのか」の 1 枚が、</a:t>
            </a:r>
          </a:p>
          <a:p>
            <a:r>
              <a:t>  **長らく資料から抜けていたこと自体**がこの症状だった、と繋げると効く。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配布資料の巻末に「想定問答」8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新しい繋ぎ方。認証なしで回線に直接つながる。利用者は回線契約で識別される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と IPv6 には互換性がなく、そのままでは直接やり取りできないからです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1 つだけ言い直させてください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速いのは IPv6 そのものではなく、IPoE という「通り方」です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混んでいる装置を通らなくなるから速い。この区別が後で効いてきます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あり → /56 がまとめて貸し出される = /64 が 256 本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  (PD 方式 = まとめ借り方式。DHCPv6 の「プレフィックス委任」という機能です)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RA と DHCPv6 — アドレスを配るのはどっち? (役割が違います)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 ① 「DHCPv6 を使うと、自分で作るほうは止まる」→ 止まりません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両方が同時に動きます。止める / 止めないを決めるのは、別のフラグです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アドレスが 2 つ以上付いているのは正常 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1 本の回線に 2 つの接続が同居し、どちらを通すかは CPE の経路設定で振り分けます (設計が要ります)。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うちのラボでは 1 分でした。実網の事業者はもっと長いことがあります。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929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同時に張れる通信の数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決まっている (割り当てポート数まで)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網側の上限まで。無制限ではありません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28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違いは NAT がどこにあるか。それだけです。どちらになるかは VNE が決めていて、お客様も我々も選べません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このほかに「固定 IP のオプション契約」という第 3 の形があります (次ページの事故がまさにこれ)。同じ ISP 名でもプランで VNE が違うことがあるので、開通後に実測で確かめてください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買い替え先は うちで実機検証しました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Cisco C1111-8P (IOS XE 17.09.05f) は MAP-E で通ります (第4部 4-4b)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本番と同じ ルール配布サーバ を建てて、CPE に自動取得させて確認しました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⚠ ただし 一度「この機種は使えない」と誤判断しかけました。理由は第4部で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宅配便のたとえで「出口の業者が仕分けする」と言ったのが、これです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「DS-Lite なら接続数は無制限」ではありません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網側の装置にも 1 契約あたりの上限があります。MAP-E ほど はっきり見えないだけです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同時接続の多い拠点では、DS-Lite でも事前に事業者に確認してください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その前に: NAT は「アドレス + ポート番号」の組で通信を見分けています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だから ポート番号を分担すれば、1 個のアドレスを何人かで共有できます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はこれを「事業者と利用者の間」でやる仕組みです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どれくらい少ないか — うちで実際に枯れました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Windows PC を 1 台 繋いで放置しただけで、数十分でこうなりました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0B6040"/>
                </a:solidFill>
                <a:latin typeface="Consolas"/>
              </a:rPr>
              <a:t>%NAT-6-ADDR_ALLOC_FAILURE: ... pool 1 may be exhausted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わざと枯らしたのではありません。Update やテレメトリだけで使い切ります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ウェルノウンポート (0〜1023) は、どのサービスでも誰にも配られません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v6プラスのように、さらに広く (0〜4095) 除外するサービスもあります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240 は「割当の構造値」です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うちの検証では、参照 CPE (OpenWrt) が実際に使えたのは 16 個でした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 C1111-8P は 割当範囲内のポート (4145) を使うことを確認済み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ただし 240 個を使い切れるかは未測定。案件ごとに数え直してください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に例題があります。案件では不要です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では、その「計算のルール」はどこから来るのか — これが「自動設定」の正体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計算するには、IPv6 の住所のほかに ルール が要ります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「どのビットを使うのか」「どの IPv4 の帯を分け合うのか」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このルールは CPE が事業者のサーバから自動で取ってきます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起動してから通信できるまで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 HTTPS で問い合わせる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   「私の IPv6 は 2001:db8:1014:300:: です。ルールをください」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 「この帯を、この分け方で使ってください」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人が設定する場面はどこにもありません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「MAP-E に対応している」= この一連を自動でやれる、という意味です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対応表に無い機種で手動設定しても、この仕組みの外側なので噛み合いません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うちの検証環境にも、このサーバがありませんでした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だから長いあいだ 本番には存在しないやり方 で検証していました (第4部 ④)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番のようなウェルノウンポート (0〜1023) 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不可。決まった番号 (500) で待てません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はウェルノウンポートなので MAP-E では誰にも配られません。「80 番」と同じ理由です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500 はウェルノウンポート。MAP-E では誰にも配られないので、そこでは待てません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この結論の確かさ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待ち受け不可 と 生 ESP 不可 は確実。発信は設計上そうなり、UDP の往復は実測済み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※ VPN そのものは張っていません。対向機器を含む確認は案件時に実施します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/ 892FJ
/ C1111-8P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+ ルール配布サーバ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右端に MAP-E の「自動設定」の相手方 (ルール配布サーバ) もあります。本番と同じ形で試せます。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/ C1111-8P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自動設定を試す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ルール配布サーバがあるので、CPE が自分で取ってくる本番の形で試せる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のページで入れた「あの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C1111-8P で MAP-E を通した結果 — 本番と同じ「自動設定」で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で外に出た = MAP-E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が取得したルール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配布した内容と一致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自動設定 (サーバからの取得) が成立している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が計算したポート範囲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 / 先頭 4144〜4159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割り当てられた範囲の中を使っている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この機種は一度「使えない」と結論しかけました。間違っていたのは機種ではなく試し方です (次ページ ④)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同じ環境で「固定 IP 相当」のルールを配ると — 変わるのはポートだけ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3474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 IP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事業者が配るもの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 帯 (/24)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その人の IPv4 (/32)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自分の番号の決め方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が計算して選ぶ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名指しなので計算不要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何人で分けるか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分けない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PPPoE と比べると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約 1/270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ほぼ同等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「固定 IP にすると何が変わるのか」の答え。アドレスが固定になるだけでなく、ポートを独り占めできます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 ①〜③ (④ は次ページ)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この 4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検証スクリプトが全項目 PASS したのに、網側 NAT が効いていなかったことがありました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トンネルは設計どおり通っていました。その先で変換が当たっていなかっただけです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実機 C1111-8P でも同じでした。手でルールを書いたときは 6 回とも落ちました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④ 「動いた」は「本番と同じ道で動いた」ではない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検証環境は 10 回以上サイクルを回して、全部の項目が PASS していました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それなのに MAP-E だけは、本番には存在しないやり方 を測り続けていました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なぜそうなったか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ルール配布サーバが検証環境に無かった。無いものは手で代用するしかありません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CPE に手でルールを書く → それは本番のどの CPE もやらない操作でした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そのやり方では 6 回とも落ちたので、「この機種は使えない」と結論しかけました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サーバを建てて本番と同じ道で試したら、一度も落ちずに通りました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ここが怖いところ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個々の手順をいくら丁寧に検証しても、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「構成要素がまるごと欠けていること」は見つかりません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手順は全部正しく、結果も全部 PASS するからです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→ ときどき、手順ではなく 構成そのもの を疑ってください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特に「うちの環境には無いから、ここは手でやっている」という箇所。そこが穴です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