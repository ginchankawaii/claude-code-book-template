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今日の地図と、出てくる言葉を先に配ります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※ 配布資料の巻末に「想定問答」6 問があります。あとで読んでください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迷子になったら、この 10 個に戻ってください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19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4980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言葉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ひとことで言うと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(ピーピーピーオーイー)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今までの繋ぎ方。ID とパスワードで認証してから通信する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(アイピーオーイー)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新しい繋ぎ方。認証なしで、回線に直接つながる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(シーピーイー)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お客様側のルータのこと。それだけです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NGN (エヌジーエヌ)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の網。フレッツ光の部分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VNE (ブイエヌイー)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を実際に流している事業者。速度を決めているのはここ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(アールエー)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ルータが配る「私がゲートウェイです。住所の前半はこれです」という案内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版の DHCP。住所を配る係。RA だけで足りないときに使う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(マップイー)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その1。お客様のルータが変換する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(ディーエスライト)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その2。網側の装置が変換する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(エムティーユー)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回に運べる荷物の大きさ。IPv6 に載せると小さくなります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話す人へ: このページは読み上げないこと。「分からなくなったらここに戻ります」とだけ言って 30 秒で次へ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話の全体を、宅配便でたとえます (この 1 時間ずっとこれで通します)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の道 = 新しくできた広い高速道路。空いていて速い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の荷物 = 社内の機器が出す荷物。この高速道路をそのままでは走れない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IPv4 の荷物を IPv6 のトラックに積んで運びます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積み方が 2 通りあります。それが MAP-E と DS-Lite 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違いは第3部でやります。そこが今日の本題です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いまは「2 通りあるんだな」だけで大丈夫です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原因は回線速度ではなく、多くの場合「網終端装置」の混雑です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網終端装置 = PPPoE の通信が全部集まってくる装置。ここが混みます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アドレス在庫枯渇とその解決策」(p.335) / 付録 A.3「IPv6 PPPoE と IPv6 IPoE」(p.443)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7 分で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相手の探し方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が無い。ICMPv6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 (通す種類は次ページ)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ICMPv6 は「まとめて落とす」をやってはいけません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IPv4 の感覚で deny icmp を書くと、IPv6 では通信そのものが死にます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では相手の MAC を調べるのも ICMPv6。ARP の代わりだからです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経路の途中で「そのサイズは無理」と教えるのも ICMPv6 (第3部の MTU の話)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最低限これは通してください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エラー通知 4 種  宛先到達不能(1) / パケット過大(2) / 時間超過(3) / パラメータ異常(4)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  ← とくに「パケット過大」を落とすと 大きいファイルが送れなくなります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近隣探索 (133〜137)  相手を探す・アドレス重複を確かめる・ルータを探す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エコー要求 / 応答 (128 / 129)  ping。運用で要るので普通は通します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permit icmp any any packet-too-big  ← Cisco ならこの形で 1 種類ずつ許可します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細かい番号は RFC 4890 と教科書 第5章 (p.115) を見てください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案件で ACL を書く前に、必ず一度は目を通すこと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「よく分からないから全部落とす」は IPv6 では成立しません。ここは事故が最も多い場所です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 — ルールは 3 つだけ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各ブロック先頭の 0 は省ける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2001:0db8:0000:0001 → 2001:db8:0:1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0 が続くところは :: で 1 回だけ省ける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2001:db8:0:0:0:0:0:1 → 2001:db8::1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 か所以上でやると、どこが何個か分からなくなるので 1 回だけです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URL に書くときは [ ] で囲む。忘れると動きません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http://[2001:db8::1]/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囲まないと、アドレスのコロンと ポート番号のコロン が区別できないためです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/64 で切るのか — ここは案件のヒアリングに直結します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/64 は決まりごとです。「なんとなく」ではありません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後ろの 64 ビットは「端末が自分で決める場所」と決まっている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端末が MAC から作るか、ランダムに作ります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案件で最初に聞く質問がここから出ます — 「ひかり電話はありますか?」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なし → /64 が 1 本だけ来る (RA 方式)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あり → /56 がまとめて貸し出される = /64 が 256 本 (PD 方式 = まとめ借り)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「なんで電話の有無で変わるの?」と思ったら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ひかり電話ありだと、電話用の機器にまとめて配る提供形態になっているためです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技術的な必然ではなく NTT の提供のしかたの違い。ここは深入りしません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RA も DHCPv6 も送信元は fe80::。既定ゲートウェイも fe80:: で指します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IPv4 のように 192.168.1.1 とは書きません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使うときの注意 — ここが最初の関門です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fe80:: は「同じリンクの中だけ」のアドレスなので、同じ番号が別の線にもあります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だから「どの線から出すか」を必ず一緒に書きます。それが % のうしろです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ping6 fe80::1%eth0    ← eth0 という線から出す、という意味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アドレスはどうやって決まるのか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ルータが「私がゲートウェイだよ」と自分から言いに来ます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ルータが「私がいます。住所の前半はこれです」と答える ← これが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端末が住所の後半を自分で作ってアドレスを完成させる ← これを自動設定と呼びます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 DHCP と何が違うのか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… 端末が聞きに行って、サーバが住所をまるごと渡す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… ルータが前半だけ配って、後半は端末が自分で決める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よくある誤解: 「アドレスが 2 つ以上付いている」のは正常です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住所を配る係 (DHCPv6) を併用しても、自分で作るのは止まりません。両方動きます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は別の話。アドレスではなく「住所の前半」をまとめて借りるものです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PPPoE を電源断などで乱暴に切ると、網側にセッションが 1 分ほど残り、その間は再接続できません。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再接続すると払い出しアドレスが変わることも。切替は「正常に切断 → IPoE を確認 → 戻すときは 1 分待つ」の順で。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618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【宅配便でいうと】誰が仕分けするか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お客様のルータが自分でやる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高速の出口にいる業者がやる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【宅配便でいうと】その結果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使える伝票番号が あらかじめ決まっている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伝票が自分では見えない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誰が変換するか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網側の装置 (AFTR と呼びます)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01726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どちらになるかは VNE が決めています。お客様も我々も選べません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注意: 同じ ISP 名でもプランで VNE が違うことがあります。開通後に実測で確かめてください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この表を使う前に — 2 つ確認してください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お客様のルータが、その方式に対応しているか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Cisco 892FJ は古い IOS なので MAP-E に対応していません (DS-Lite は可)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892FJ の納入拠点で MAP-E 系の VNE だと、機器リプレース前提の見積になります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市販ルータは各社が対応表を出しています。方式が分かってから機種を確認する順番で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VNE をどうやって特定するか (お客様は「VNE はどこ?」に答えられません)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ひかり電話の請求があるか → /64 か /56 かが分かります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ISP の契約書かマイページで「IPv6 接続サービス」の名称を見せてもらう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そこに v6プラス / transix / OCN バーチャルコネクト などの名前が出ます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分からなければ開通後に実測。ただし それでは見積が書けないので契約書を先に当たること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教科書: 第24章「IPv4/IPv6 共存技術の運用形態」24.1〜24.4(p.421〜) / 第21章「IPv4/IPv6 共存技術の分類」21.1(p.381)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お客様のルータは包むだけ、変換は網がやる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0B6040"/>
                </a:solidFill>
                <a:latin typeface="Consolas"/>
              </a:rPr>
              <a:t>PC → お客様のルータで IPv6 の箱に詰める → 網側の装置で箱を開けて変換 → インターネット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2-3 の宅配便のたとえで「出口の業者が仕分けする」と言ったのが、これです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お客様のルータは アドレスの書き換え (NAT) をしません。ただの入口になるだけです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変換は網側の装置 (AFTR) がまとめてやります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 お客様のルータの負荷が軽く、設定も簡単です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「計算で決まる」って、どういうこと?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式は覚えなくていいです。知っておくべきは 3 つだけ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降ってきた IPv6 の 決められた位置のビット が、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 共有 IPv4 アドレスの一部 と 自分のポート番号の素 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計算するのは CPE です。人間が計算する場面はありません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だから「計算で一意に決まる = こちらでは選べない」。ここだけ覚えてください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 80 番が使えないの?」の答えもここです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ポート番号は計算の結果として決まるので、若い番号 (0〜4095) は誰にも配られません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選べないから 80 番が来ない、という順番です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手計算のやり方を知りたい人へ: study-guide.md §1.5 に例題があります。案件では不要です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どれを使うかは、降ってきた IPv6 の「住所の前半」(プレフィックス) から計算で決まります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使えるポート        240 個 (連続ではなく、とびとびの番号。最初は 4176〜4191)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ブラウザは 1 タブで数十本張ります。台数が多い拠点や監視系があると足りません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「同時接続数を実測」って、どうやるのか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240 個で足りるかどうかは、測らないと分かりません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既設ルータで NAT のテーブル数を数えます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Cisco なら show ip nat translations の行数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業務時間帯に何回か測ってください。昼休みと夕方でまったく違います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目安は出せません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台数、業務アプリ、監視の有無で変わるので、他社の数字は当てになりません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「PC 30 台だから大丈夫」のような机上判断はしないでください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測ったあと、どう判断するか — 型を決めておきます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ピークの実測値 × 安全率 2 倍 が 割当ポート数を超えたら、MAP-E 単独は避ける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例: ピーク 180 本 × 2 = 360 &gt; 240 → 固定 IP か PPPoE 併用に倒す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安全率 2 倍は「この資料での仮置き」です。実績が貯まるまで社内で決め直してください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足りないと分かったら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でもポート数の多い VNE を選べることがあります (OCN VC は 1008)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ただし VNE は選べないことが多いので、固定 IP か PPPoE 併用の検討になります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【注意】この 2 つを混同しないでください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出ていく通信 (Web を見る)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入ってくる通信 (ポート開放)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240 個をどう使うか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使い回す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この中からしか選べない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何が問題になるか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足りるかどうか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番号が合うかどうか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「ポート開放できない」と「240 個しかない」は別の問題です。次のページからは右側 (入ってくる通信) の話をします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そもそもポート開放 = 「外から来た通信を、社内のこの機械に通してください」というルータへの指示。2-3 の「伝票番号」の話です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「カメラの 80 番はどうするの?」と聞かれたら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でも、社内のカメラを外から見ることはできます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外側の番号は 割り当てられたポートから選ぶ (たとえば 4176 番)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社内側の 80 番へは ルータが読み替えてくれる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つまり「外から 4176 番で来てもらって、社内のカメラの 80 番に渡す」形にはできます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できないのは「外側で 80 番を名乗ること」です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 番や 443 番のような若い番号は、仕組みの上でそもそも配られません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だから「いつもの URL のまま、ポート番号なしで見たい」は かなえられません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切替前に必ず聞くこと — 後で発覚させると事故になります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拠点間 VPN はどうなるのか (法人案件で一番聞かれます)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722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4206240"/>
                <a:gridCol w="4023360"/>
              </a:tblGrid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こちらから張りに行く (発信)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相手から張られる (待ち受け)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(両端が NAT 越え = NAT-T に対応していれば)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不可。待ち受けるポートを選べません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(同上)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不可。そもそも手段がありません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固定 IP オプション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12140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待ち受けに使う UDP 500 / 4500 は若い番号なので MAP-E では配られません。3-4 の「80 番」と同じ理由です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だから VPN はこう提案します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そもそも UDP 500 / 4500 とは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VPN が最初の握手に使うと決まっている番号。電話でいう代表番号のようなものです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この番号で待っていないと、相手からの呼び出しを受けられません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「張れます」の条件 — お客様には「たいてい」と言わないこと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両端が NAT 越え (NAT-T) に対応していること。これが条件です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MAP-E も DS-Lite も途中でアドレスとポートを書き換えるので、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NAT-T を使わない設定 (ESP をそのまま流す) だと張れません。古い機器は要注意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結論: 少なくとも片端に固定 IP が要ります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拠点 ←→ データセンタ / クラウド の形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センタ側を固定 IP にして、拠点からは発信のみ。これが一番よくある形です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拠点 ←→ 拠点 を直接張る形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どちらか片方は固定 IP が要ります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両端とも MAP-E / DS-Lite だと、どちらも待ち受けできないので張れません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ヒアリングで必ず聞くこと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「VPN はどちらから張っていますか」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「どちらでもいい」と言われたら、発信の向きを固定できるかを確認してください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※ ここは机上の整理です。うちの検証環境ではまだ VPN を張って測っていません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案件で使う前に必ず実機で確かめてください (検証項目として積んであります)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箱に詰めると、その分だけ中身が小さくなります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直し方は決まっています (TCP の話です) — ルータに 1 行入れるだけ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「1 回に運ぶ荷物をこれ以上大きくするな」と、あらかじめ上限を教えてやります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1460 (箱に入る大きさ) から TCP と IP のヘッダ 40 を引いて 1420。この数字を教えます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40 を 2 回引きますが、中身は別物です (1 回目は IPv6 ヘッダ、2 回目は TCP+IP)。偶然同じ数字です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第4部でまた出てきます。「あの 1 行」と言ったらこれのことです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お客様のルータ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または
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の網の代わり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住所を配る役
RA と DHCPv6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受け口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荷物を降ろす側
MAP-E / DS-Lite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模擬インターネット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と DNS
アクセス元を表示する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本番の回線では試せないので、NTT の網と VNE を丸ごと自宅に再現しました。PPPoE の受け口もあるので切替前の状態も作れます。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同じものを会社の VMware に再現する手順書一式があります。詰まった箇所も全部載せてあるので、案件前の事前検証に使えます。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模擬インターネットの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 (まとめ借り) も切替可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を繋ぎ込んで、本物の設定を投入できる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99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3-5 で入れた「あの 1 行」が効いている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39547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この 3 つは、教科書を読んだだけでは絶対に気づけませんでした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検証スクリプトが全項目 PASS したのに、経路が間違っていたことがありました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構成を誤った DS-Lite で PASS=10。出口を見たらクライアントの私設アドレスのままだった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それなのにパケットが 1 つも流れなかった。実際にパケットを運ぶ部分が落ちていました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実機の Cisco で同じことが起きるかは確かめていません。仮想ルータでの話です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