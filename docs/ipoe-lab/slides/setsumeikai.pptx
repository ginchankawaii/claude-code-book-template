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話す人へ: このページは読み上げないこと。「分からなくなったらここに戻ります」とだけ言って 30 秒で次へ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(宛先到達不能 / パケット過大 / 時間超過 / パラメータ異常)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(相手を探す・アドレス重複を確かめる・ルータを探す)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(ping。運用で要るので普通は通します)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あり → /56 がまとめて貸し出される = /64 が 256 本 (PD 方式 = まとめ借り)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fe80::。グローバルアドレスは後から付く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ルータ同士の経路のやり取りや隣接の会話も fe80:: が普通に使われます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うちの検証環境では、VM に管理 IP を振らず fe80:: だけで SSH して構築しました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冒頭の宅配便で「出口の業者が仕分けする」と言ったのが、これです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ポート番号は計算の結果として決まるので、若い番号 (0〜4095) は誰にも配られません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§1.5 に例題があります。案件では不要です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既設ルータで NAT のテーブル数を数える (Cisco なら show ip nat translations の行数)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業務時間帯に何回か測る。昼休みと夕方でまったく違います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目安は出せません。240 で足りるかは環境次第なので、必ず実測してください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たいてい張れます (NAT 越えの仕組みを使う)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不可。待ち受けるポートを選べません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たいてい張れます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5351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/ 4500 は若い番号なので MAP-E では配られません。3-4 の「80 番」と同じ理由です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