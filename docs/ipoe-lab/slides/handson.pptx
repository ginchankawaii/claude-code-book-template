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ハンズオン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触って、壊して、直す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説明会を受けた人 / 時間: 150 分 (休憩 10 分を含む)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前提: 検証ラボが構築済みで run-checks.sh が PASS していること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今日やること: 正常な状態を 見て / 方式を 切り替えて / わざと 壊して / 直す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知識ではなく、手を動かした記憶を持ち帰ってもらいます。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このハンズオンの狙い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説明会で「MAP-E はポートが 240 個しかない」と聞いても、実感はありません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自分でセッションを張って詰まらせると、二度と忘れません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4 部構成です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第1部 見る … 正常な状態を観察する。これが無いと異常が分かりません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第2部 切り替える … 方式が変わると何が変わるかを体で覚える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第3部 壊す … 症状から原因に辿り着く型を覚える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第4部 直す … 戻し忘れが次の検証を壊すことを知る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一番大事なのは第3部です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現場で呼ばれるのは、壊れたときだけだからです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コマンドを打つ場所の早見表 (事故はだいたいここ)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3840480"/>
                <a:gridCol w="51206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呼び名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何をしている VM 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今日の役割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NGN-SIM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NTT の網の代わり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アドレスを配る。方式 (RA / PD) を切り替える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VNE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の BR と DS-Lite の AFTR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IPv4 の運び方を切り替える。障害を注入する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INET-SIM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模擬インターネット (Web + DNS)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到達先。アクセス元アドレスを表示してくれる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CPE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OpenWrt または実機 892FJ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CPE 配下の検証クライアント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ほとんどの確認はここで打ちます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この資料では各コマンドの前に必ず 【CLIENT】 のように場所を書きます。毎回 声に出して確認してください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開始前チェック — これが通らないと先に進めません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全員で一斉にやってください。1 人でも通らなければ、そこで止めて直します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【CLIENT】 SKIP_V6=1 EXPECT_SRC4=198.51.100.10 ./ipoe/tests/run-checks.sh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期待する結果: 最終行が === 結果: PASS=n FAIL=0 ===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FAIL が出たら、先に進まないでください。ハンズオンの全部が狂います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出口 IPv4 が期待値と違う → 方式が想定と違う。または VNE と INET-SIM が同居している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DNS だけ FAIL → runbook §9-B / C / D。原因が 3 つ重なりえます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だけ全滅 → §9-I (ULA へのフォールバック) / §9-K (復路の上書き)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見る — 正常な状態を観察する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30 分。「正常」がどう見えるかを知らないと、異常が分かりません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1: アドレスがどう降りてくるかを見る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① キャプチャを先に流し始める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【CPE】 tcpdump -nvi eth0 'icmp6 and ip6[40] == 134'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134 は RA (Router Advertisement) の番号。これだけを拾います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② 別の窓で、CPE の WAN を再接続する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【CPE】 ifdown wan6 &amp;&amp; ifup wan6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期待する結果 — RA の中にプレフィックスが入っています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fe80::ac:ff:fe00:1 &gt; ff02::1: [ICMPv6] router advertisement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prefix info option (3), length 32: 2001:db8:1014:300::/64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rdnss option (25), length 24: 2001:db8:cafe::53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ここを見てください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送信元が fe80::。グローバルアドレスではありません (説明会の「鶏と卵」)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プレフィックスは /64。後半 64 ビットは CPE が自分で作ります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RA にプレフィックスが無い → NGN-SIM が PD 方式です。演習 4 で切り替えます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2: 「疎通した」を疑う (10 分) — 今日いちばん大事です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まず ping する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【CLIENT】 ping -c3 203.0.113.80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通ります。ここで「つながった」と言いたくなりますが、待ってください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どのアドレスで外に出たかを見る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【CLIENT】 curl http://203.0.113.80/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src: 198.51.100.10   ← これが答え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実話: 全項目 PASS したのに経路が間違っていたことがあります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の構成を誤った状態で PASS=10。出口はクライアントの私設アドレスのまま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切替当日、疎通確認だけで「OK です」と言わないでください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出口アドレスの読み方 (この表を手元に置いてください)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6809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出口アドレス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意味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198.51.100.10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MAP-E (PD 方式)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198.51.100.20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MAP-E (RA 方式) が成立している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203.0.113.1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DS-Lite の AFTR で網側 NAT された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203.0.113.2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PPPoE の BRAS で NAT された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eiryo UI"/>
                        </a:rPr>
                        <a:t>私設アドレスのまま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eiryo UI"/>
                        </a:rPr>
                        <a:t>経路が間違っています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run-checks.sh は EXPECT_SRC4 を渡すと、この確認を自動でやります。渡さないと確認しません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3: MAP-E の計算が合っているか確かめる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手順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【CPE】 ip -4 addr show map0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【CPE】 nft list table inet fw4 | grep -A2 'snat'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降ってきた IPv6 が 2001:db8:100a:500::/56 のときの期待値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共有 IPv4        198.51.100.10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PSID             5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先頭ブロック      4176 〜 4191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ポート総数        16 個 × 15 ブロック = 240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ポート集合の全体 (間隔 4096)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4176-4191 / 8272-8287 / 12368-12383 / … / 61520-61535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0〜4095 のブロックが存在しません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80 番も 443 番も原理的に使えません。説明会の「若い番号」はこれです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切り替える — 方式が変わると何が変わるか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30 分。ラボの一番おいしいところです。実網では数日かかります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4: RA 方式 ⇄ PD 方式 を切り替える (15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① PD 方式 (ひかり電話あり相当) に切り替える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【NGN-SIM】 sudo ./ipoe/ngn/setup-ngn.sh pd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【CPE】     ifdown wan6 &amp;&amp; ifup wan6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【CPE】     ip -6 addr show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② RA 方式 (ひかり電話なし相当) に戻す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【NGN-SIM】 sudo ./ipoe/ngn/setup-ngn.sh ra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【CPE】     ifdown wan6 &amp;&amp; ifup wan6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期待する結果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RA 方式 … /64 が 1 本。委譲が無いので LAN 側に配れない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PD 方式 … /64 が 1 本 + /56 の委譲。LAN 側に /60 が降りる (OpenWrt 既定)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切り替えたら必ず run-checks.sh を流し直してください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方式が変わると出口アドレスも変わります (198.51.100.10 ⇄ .20)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Kea のリースが残っていると Renew で旧プレフィックスが返ります。先に消すこと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5: MAP-E ⇄ DS-Lite を切り替える (15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DS-Lite に切り替える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【VNE】 sudo ./ipoe/vne/setup-map-br.sh stop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【VNE】 sudo CE_WAN6=&lt;CPE の WAN アドレス&gt; ./ipoe/vne/setup-aftr.sh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CPE 側も DS-Lite に切り替えます (OpenWrt なら proto dslite)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出口アドレスを確認する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【CLIENT】 curl http://203.0.113.80/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期待する結果 — ここが変わります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  … 198.51.100.10   NAT したのは CPE 自身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203.0.113.1     NAT したのは網側の AFTR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この 1 行が変わるだけで、ポート開放の可否が変わります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それを次の第3部で、実際に失敗させて確かめます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壊す — 障害を注入して症状を見る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50 分。手順書どおりでは再現しないものが 4 つあります。そこが山場です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6 (R3): MAP-E のポートを枯渇させる (15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滞留するセッションを 20 本張ります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【CLIENT】 for i in $(seq 20); do curl -s --limit-rate 1k -m 60 \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           http://203.0.113.80/big.bin -o /dev/null &amp; done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【CLIENT】 sleep 5; jobs -r | wc -l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--limit-rate 1k が肝です。すぐ閉じる curl 連打では NAT テーブルが埋まりません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期待する結果 — ここが実測と違います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設計上は 240 本。しかし OpenWrt が CPE のときは 成功するのは きっかり 16 本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15 本の snat がすべて同じマッチ条件のため、先頭ブロックしか使われないためです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【CPE】 nft list table inet fw4 | grep -B2 'counter packets'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カウンタで確定できます (nat 1: packets 3462 / nat 4 以降: packets 0)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この演習で一番大事な体験: 設計値どおりに動くとは限らない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 CPE では未検証です。「設計上 240」とだけ言い、「実測で 240」とは言わないこと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7 (R4): DS-Lite でポート開放を失敗させる (15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⚠ 先に対照実験をやってください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「着信しない」理由が仕様なのか、受け側がいないだけなのかは外から区別できません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自宅の検証で、待受が無いまま「再現した」と読みかけました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① クライアントで待受を起動する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【CLIENT】 sudo systemd-run --unit=r4test --collect \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           python3 -m http.server 8000 --bind 0.0.0.0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多段 ssh 越しの nohup ... &amp; では起動しません。必ず systemd-run で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② LAN 内から到達できることを先に示す ← ここを飛ばさないこと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【CPE】 wget -O - http://&lt;クライアントの IP&gt;:8000/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③ その状態で、外から試す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【INET-SIM】 curl -m5 http://203.0.113.1:8080/    → 接続拒否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【INET-SIM】 curl -m5 http://192.0.0.2:8080/      → タイムアウト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後始末: 【CLIENT】 sudo systemctl stop r4test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7 の切り分けの見せ方 — 「そもそも公開先が無い」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CPE の DNAT ルールを見せてください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【CPE】 nft list ruleset | grep dnat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宛先が 192.0.0.2 になっています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これは RFC 6333 が定める B4 (トンネルの入口) のアドレスです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つまり そもそも公開できる先が存在しない ことが一目で分かります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お客様への説明はこう組み立てます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「お客様のルータには外から見えるアドレスが無く、事業者の設備で変換されています」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「設定でどうにかできる話ではありません。固定 IP のオプション契約が必要です」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「できません」を、根拠を持って言えるようになるのがこの演習の目的です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8 (R5): MTU ブラックホール — 3 段階そろって初めて再現します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① まず障害だけ入れる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【VNE】    sudo ./ipoe/vne/setup-aftr.sh break-pmtu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【CLIENT】 SKIP_V6=1 ./ipoe/tests/run-checks.sh    → まだ PASS します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② CPE の MSS clamp を切る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【CPE】 uci set firewall.@zone[1].mtu_fix='0'; uci commit firewall; \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       /etc/init.d/firewall reload                → それでもまだ PASS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③ 両端で PMTU キャッシュを消す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【CLIENT】   sudo ip route flush cache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【INET-SIM】 sudo ip route flush cache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【CLIENT】   SKIP_V6=1 ./ipoe/tests/run-checks.sh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→ ここで初めて FAIL: TCP 5MB over IPv4 が出ます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小さいページと ping は PASS したままです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「表示は出るのにファイルが落ちない」の正体。既定の mtu_fix が対処そのものです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9 (R6): DNS フォールバック遅延 — 同じ障害でも症状が違う (5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手順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【INET-SIM】 sudo ./ipoe/inet/setup-inet.sh break-v6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【CLIENT】   time curl -s -o /dev/null http://www.lab.example/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【CLIENT】   time wget -q -O /dev/null http://www.lab.example/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期待する結果 — これが実測です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curl … 8ms → 207ms。体感できません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wget … 15 秒でタイムアウト。完全にハングします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「A さんの PC は遅いが B さんは普通」というお客様申告の正体がこれです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戻す: 【INET-SIM】 sudo ./ipoe/inet/setup-inet.sh restore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直す — 全部戻す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20 分。戻し忘れは「原因の分からない断続失敗」として次を壊します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10: 戻し忘れを潰す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壊したものを戻さないと、次の検証が全部おかしくなります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しかも「原因の分からない断続失敗」として現れるので、たちが悪いです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戻すものチェックリスト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□ R3  nft delete table ip map-enforce   (使った場合のみ)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□ R4  sudo systemctl stop r4test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□ R5  mtu_fix='1' に戻す / setup-aftr.sh restore-pmtu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□ R6  setup-inet.sh restore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□ 方式  演習前の方式 (RA / PD、MAP-E / DS-Lite) に戻す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戻ったことの確認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【CLIENT】 SKIP_V6=1 EXPECT_SRC4=&lt;戻した方式の期待値&gt; ./ipoe/tests/run-checks.sh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FAIL=0 に戻ることを確認してから解散してください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切り分けの型 (持ち帰り)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症状から原因に辿り着く順番です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① どのアドレスで外に出たか   curl http://203.0.113.80/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 → 違えば経路の問題。方式か構成を疑う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② 大きいパケットだけ落ちるか   ping -M do -s 1432 と -s 1472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 → 大きいものだけ落ちるなら MTU の問題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名前解決だけ落ちるか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 → DNS の問題。原因が 3 つ重なりえます (§9-B / C / D)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④ 片方向だけ落ちるか   → 復路を疑う (§9-K)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やってはいけないこと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1 つ直して、確かめずに次を直す。どれが効いたか分からなくなります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疎通確認だけで「直りました」と言う。出口アドレスを見てください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手を動かして分かったこと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「疎通した」は「正しい経路を通った」ではない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2。全項目 PASS でも経路が違うことがあります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設計値どおりに動くとは限らない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6。240 のはずが 16 本で詰まりました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手順書どおりでは再現しない障害がある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8。3 段階そろって初めて再現しました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同じ障害でも、クライアントによって症状が違う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9。curl は 207ms、wget は 15 秒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⑤ 戻し忘れが次を壊す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10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この 5 つは教科書に書いてありません。手を動かした人だけが持ち帰れます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次にやること / 参考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次にやること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自分の担当案件で方式が何か調べる (契約書の「IPv6 接続サービス」の名称)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切替前のヒアリング 5 項目を実際に使ってみる (説明会資料 5-1)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もっと壊したい人へ: test-matrix.md §4 に R1〜R13。今日やったのは 4 つだけです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参考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構築手順          runbook-vmware.md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障害再現レシピ     test-matrix.md §4 (全 13 種)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詰まったとき       runbook-vmware.md §9 (A〜N)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実走の一次記録     build-log.md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説明会資料 (座学)  slides/setsumeikai.md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