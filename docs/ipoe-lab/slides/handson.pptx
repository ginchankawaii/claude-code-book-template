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・**このページは飛ばさないこと。**ここが頭に入っていないと以降が全部ぼやける。</a:t>
            </a:r>
          </a:p>
          <a:p>
            <a:r>
              <a:t>・ホワイトボードにも同じ絵を描いて、演習中ずっと残しておくとよい。</a:t>
            </a:r>
          </a:p>
          <a:p>
            <a:r>
              <a:t>・「いまどこの話か」を毎回この絵で指すこと。</a:t>
            </a:r>
          </a:p>
          <a:p/>
          <a:p>
            <a:r>
              <a:t>【司会が使うコマンド — 受講者は打ちません】</a:t>
            </a:r>
          </a:p>
          <a:p>
            <a:r>
              <a:t>  ./lab-mode.sh status              … いま何方式か (実機を見て判定します)</a:t>
            </a:r>
          </a:p>
          <a:p>
            <a:r>
              <a:t>  ./lab-mode.sh ra / pd             … 網の IPv6 の配り方を切り替える</a:t>
            </a:r>
          </a:p>
          <a:p>
            <a:r>
              <a:t>  ./lab-mode.sh dslite &lt;CEのIPv6&gt;   … IPv4 の運び方を DS-Lite にする</a:t>
            </a:r>
          </a:p>
          <a:p>
            <a:r>
              <a:t>  ./lab-mode.sh mape                … IPv4 の運び方を MAP-E にする</a:t>
            </a:r>
          </a:p>
          <a:p>
            <a:r>
              <a:t>  ./lab-mode.sh break mtu|dns       … 障害を注入する</a:t>
            </a:r>
          </a:p>
          <a:p>
            <a:r>
              <a:t>  ./lab-mode.sh restore             … 障害を戻す</a:t>
            </a:r>
          </a:p>
          <a:p>
            <a:r>
              <a:t>  ./lab-mode.sh prov on / prov log  … ルール配布サーバ起動 / 要求を見る (演習 5b)</a:t>
            </a:r>
          </a:p>
          <a:p>
            <a:r>
              <a:t>  ./lab-mode.sh prov rule shared|fixed … 共有IP / 固定IP1相当 を切替 (演習 5b)</a:t>
            </a:r>
          </a:p>
          <a:p>
            <a:r>
              <a:t>・**切り替えるたびに「いま何方式か」と「期待する出口アドレス」を読み上げること。**</a:t>
            </a:r>
          </a:p>
          <a:p>
            <a:r>
              <a:t>  lab-mode.sh がその 2 つを画面に出すので、そのまま読めばよい。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・**ipv6 unicast-routing を飛ばす人が必ず出る。**入っていないと演習 1 でアドレスが付かない。</a:t>
            </a:r>
          </a:p>
          <a:p>
            <a:r>
              <a:t>・FastEthernet0 の switchport access vlan 1 も忘れやすい。PC が LAN に乗らない。</a:t>
            </a:r>
          </a:p>
          <a:p>
            <a:r>
              <a:t>・write memory まで全員がやったか確認すること。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・**固定 IP にするのは 892FJ の DHCP を避けるため**(サイクル 4 で実際に踏んだ)。</a:t>
            </a:r>
          </a:p>
          <a:p>
            <a:r>
              <a:t>  「実務では DHCP を使います。今日は本題に集中するため固定にします」と一言添えること。</a:t>
            </a:r>
          </a:p>
          <a:p>
            <a:r>
              <a:t>・社用 PC だと有線アダプタが無い人がいる。**事前に確認しておくこと。**</a:t>
            </a:r>
          </a:p>
          <a:p>
            <a:r>
              <a:t>・解散前に必ず dhcp に戻させる。戻し忘れると席で社内ネットに繋がらなくなる。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・**debug を先に仕掛けさせるのを忘れないこと。**後から打っても流れは見えない。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・**undebug all を全員がやったか確認すること。**流しっぱなしだと以降が読めなくなる。</a:t>
            </a:r>
          </a:p>
          <a:p>
            <a:r>
              <a:t>・次の演習 2 との対比が本体。ここでは深追いしない。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・**show ipv6 routers が「受信した RA」の一覧。**ここを強調すること。</a:t>
            </a:r>
          </a:p>
          <a:p>
            <a:r>
              <a:t>・よく似た show ipv6 interface | include Router advertisement は</a:t>
            </a:r>
          </a:p>
          <a:p>
            <a:r>
              <a:t>  **自分が送る RA の設定値**なので、受信の確認には使えない。間違えやすい。</a:t>
            </a:r>
          </a:p>
          <a:p>
            <a:r>
              <a:t>  (しかも 0-3 で ipv6 nd ra suppress all を入れているので、そもそも出ない)</a:t>
            </a:r>
          </a:p>
          <a:p>
            <a:r>
              <a:t>・この症状は自宅の検証でも実際に踏んだ。原因に辿り着くまで時間を使った、と添えると効く。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・**この表を演習 2 の説明の中で読むこと。**別枠の時間は取らない。</a:t>
            </a:r>
          </a:p>
          <a:p>
            <a:r>
              <a:t>・読んだら ./lab-mode.sh ra で RA 方式に戻してから第2部へ進む。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・**先に予想させること。**「ルータに手で入れる」と答える人が多い。</a:t>
            </a:r>
          </a:p>
          <a:p>
            <a:r>
              <a:t>  そこを外すのがこの演習の目的。</a:t>
            </a:r>
          </a:p>
          <a:p>
            <a:r>
              <a:t>・**投入した設定に IPv4 が 1 つも無いこと**を指で示すと効く。</a:t>
            </a:r>
          </a:p>
          <a:p>
            <a:r>
              <a:t>・C1111-8P は 1 台しかないので実演。受講者は手を止めて画面を見る。</a:t>
            </a:r>
          </a:p>
          <a:p>
            <a:r>
              <a:t>・時間が押していても **前半は削らないこと。**説明会で一番腑に落ちない箇所。</a:t>
            </a:r>
          </a:p>
          <a:p>
            <a:r>
              <a:t>・**後半 (配る値を変える) は reload が要るので 3 分ほど待つ。**</a:t>
            </a:r>
          </a:p>
          <a:p>
            <a:r>
              <a:t>  待ち時間に「なぜ再起動が要るのか」を説明すると、そこが持ち帰りになる。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・**なぜ「両側」なのかを必ず説明すること。**経路 MTU は送る側が覚える。</a:t>
            </a:r>
          </a:p>
          <a:p>
            <a:r>
              <a:t>  このダウンロードで大きいパケットを送っているのは **INET-SIM (サーバ) 側**なので、</a:t>
            </a:r>
          </a:p>
          <a:p>
            <a:r>
              <a:t>  手元の PC だけ消してもサーバが小さいまま送り続けて再現しない。</a:t>
            </a:r>
          </a:p>
          <a:p>
            <a:r>
              <a:t>・「片側だけ消して再現しない」は現場でもよくある足踏み。ここが持ち帰りどころ。</a:t>
            </a:r>
          </a:p>
          <a:p>
            <a:r>
              <a:t>・**MSS の調整は Vlan1 と Tunnel0 の 2 か所に入っている** (0-3 で入れた)。</a:t>
            </a:r>
          </a:p>
          <a:p>
            <a:r>
              <a:t>  **片方だけ外すと再現しない。**模擬勉強会でここが漏れていた。</a:t>
            </a:r>
          </a:p>
          <a:p>
            <a:r>
              <a:t>  show running-config | include adjust-mss で「何も出ない」ことを確認させること。</a:t>
            </a:r>
          </a:p>
          <a:p>
            <a:r>
              <a:t>・**⚠ この演習は 892FJ での通し実走がまだ。**手順は OpenWrt CE での実測から組んである。</a:t>
            </a:r>
          </a:p>
          <a:p>
            <a:r>
              <a:t>  **実施前に司会が一度通すこと。**出力が違ったら build-log.md に記録する。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・**LAN 内からの対照実験を飛ばさないこと。**これが無いと実験として成立しない</a:t>
            </a:r>
          </a:p>
          <a:p>
            <a:r>
              <a:t>  (IPv4 の実務が長い受講者ほど、ここを突いてくる)。</a:t>
            </a:r>
          </a:p>
          <a:p>
            <a:r>
              <a:t>・ip nat inside / outside を付けさせるのも同じ理由。付けずに落ちても</a:t>
            </a:r>
          </a:p>
          <a:p>
            <a:r>
              <a:t>  「設定不備で落ちただけでは?」と言われて教訓が伝わらない。</a:t>
            </a:r>
          </a:p>
          <a:p>
            <a:r>
              <a:t>・**⚠ この演習も 892FJ での通し実走がまだ。**出力は OpenWrt CE での実測 (R4) から。</a:t>
            </a:r>
          </a:p>
          <a:p>
            <a:r>
              <a:t>  **実施前に司会が一度通すこと。**</a:t>
            </a:r>
          </a:p>
          <a:p>
            <a:r>
              <a:t>・後始末: 静的 NAT の削除 + no ip nat inside / outside + ファイアウォール規則の削除。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・15 秒 / 0.2 秒 は自宅ラボの Linux クライアントでの実測値 (サイクル 5)。</a:t>
            </a:r>
          </a:p>
          <a:p>
            <a:r>
              <a:t>  Windows 側の数字は端末によって多少ぶれる、と添えること。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/ ip nat inside source / ip nat inside・outside の</a:t>
            </a:r>
          </a:p>
          <a:p>
            <a:r>
              <a:t>  消し忘れが多い。</a:t>
            </a:r>
          </a:p>
          <a:p>
            <a:r>
              <a:t>・**検証用 PC を dhcp に戻させるのを絶対に忘れないこと。**</a:t>
            </a:r>
          </a:p>
          <a:p>
            <a:r>
              <a:t>  固定のまま席に戻ると社内ネットワークに繋がらず、問い合わせが来る。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・**このページが今日いちばんの持ち帰りです。**「自分でも試せる」で終わらせること。</a:t>
            </a:r>
          </a:p>
          <a:p>
            <a:r>
              <a:t>・**窓口の名前を事前に埋めておくこと。**空欄のまま出すと誰も使いに来ない。</a:t>
            </a:r>
          </a:p>
          <a:p>
            <a:r>
              <a:t>・**同時に検証できる CPE は 1 台**なので、日程を先に押さえるよう言うこと。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165 分 (休憩 10 分を含む。時間配分は仮案です)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使う端末: 実機の Cisco 892FJ (コンソール接続) と Windows の検証用 PC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の網も VNE も、全部 Linux VM で作ってあります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実機の CPE は 物理 NIC 経由で PG-ACCESS に繋ぎます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今日あなたが触るのは 2 つだけ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赤枠の 実機 CPE と 検証用 PC 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青枠のサーバ側は 司会が動かします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覚えておくと迷わない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PG-ACCESS … アドレスが配られる場所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VNE … IPv4 を IPv6 から取り出す場所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INET-SIM … 行き先。出口アドレスを教えてくれる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図の一番下を見てください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方式ごとにどこを通るかと、出口アドレスが書いてあります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 — 892FJ 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hostname CPE / no ip domain lookup / ipv6 unicast-routing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FastEthernet0   ← 検証用 PC を挿すポート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switchport access vlan 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end  →  write memory   ← 保存を忘れないこと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つづき — 検証用 PC 側 (Windows)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今日は全部 Windows のコマンドで進めます。DHCP は使いません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DHCP サーバは機種で挙動が違い、そこで詰まると本題に入れないため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FastEthernet0 に繋いだ有線アダプタに、固定でこの 3 つを入れます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アドレス        192.168.100.50 / 255.255.255.0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デフォルトゲートウェイ  192.168.100.1   (= 892FJ の Vlan1)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DNS サーバ         203.0.113.53    (= 模擬インターネットの DNS)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PowerShell なら (インタフェース名は netsh interface show interface で確認)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static 192.168.100.50 255.255.255.0 192.168.100.1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static 203.0.113.53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終わったら元に戻すのを忘れずに (第4部に戻し方があります)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分。設定を変えずに、網の方式だけを変えます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— やり取りを目で見ながら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で。先に debug を仕掛けてから上げ下げします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 (アドレスが付くまでのやり取り)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流れ終わったら必ず止める: 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そのあと CPE# show ipv6 interface GigabitEthernet0 で結果を確認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Sending RS … その FE80:: を送信元に「ルータいますか」と網に聞いた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Received RA … 網が「前半は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Prefix ... autoconfig ← この印が付いているから、自分で作ってよい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Autoconfiguring address ← 後半を自分で作って完成させた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 DS-Lite で効いてきます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Prefix ... autoconfig の 1 行を覚えておいてください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次の演習で、この 1 行だけが消えます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 (debug も同じように)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自体は届いています。さっきのデバッグ出力を見比べてください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   ← RA は届いている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                             ← ★ Prefix の行が無い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消えたのは Prefix ... autoconfig の 1 行だけです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受け取ったルータも、ちゃんと見えています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routers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Router FE80::AC:FF:FE00:1 on GigabitEthernet0, last update 0 min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対処: PD 方式のお客様には DHCPv6-PD に対応した CPE が要ります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第1部のまとめ — 見るべきは「RA が来たか」ではありません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404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1 (RA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2 (PD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Received 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 ← ここが罠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Prefix ...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出ない ← 本当の差はここ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現場では「RA が来ているか」だけを見て『網は正常』と判断しがちです。見るべきは Prefix ... autoconfig の 1 行でした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3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どこでも NAT されていない (経路の誤り か NAT の不適用)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 網側 NAT が効いていなかったことがあります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5b: では MAP-E は誰が設定するのか (15 分・司会の実演)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まず考えてください — 答えを聞く前に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892FJ には MAP-E の設定を入れられませんでした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では 対応している機種には、誰がどうやって設定を入れるのでしょうか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答え: 誰も入れません。CPE が事業者のサーバから取ってきます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【司会】C1111-8P に設定を入れて、サーバのログを見せる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GET /rule.cgi/?ipv6Prefix=2001:DB8:1014:300::&amp;ipv6PrefixLength=64&amp;code=...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User-Agent: cisco-IOS      ← ルータが自分から聞きに行っています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入れた設定の中に IPv4 もポート番号も 1 つもありません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それでも show nat64 map-e には Share-ratio 256 / Port-set-id 3 が入ります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検証用 PC から curl → src 198.51.100.20 で外に出ます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5b の山場 — 配る値を 1 つ変えると、CPE の持ち分が変わる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02336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固定IP1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司会のコマンド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shared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./lab-mode.sh prov rule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サーバが返す ipv4Prefix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198.51.100.0/24 (帯を配る)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198.51.100.20/32 (名指し)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サーバが返す eaBitLength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16 (CPE に計算させる)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 (計算させない)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(256 人で分ける)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(分けない)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64512 個 (1024〜65535)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実際の送信元ポート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4145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1025 / 1093 など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取り直させるには reload が要ります。一度受理した CPE は shut/no shut では取りに来ません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 — 2 か所あります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→  no ip tcp adjust-mss     → まだ落ちてきます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片方だけ外しても、もう片方で抑えられて再現しません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③ 経路の記憶を 両側で 消す ← ここが一番間違えやすい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INET-SIM で: ssh &lt;INET-SIM&gt; sudo ip route flush cache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【あなた】管理者 PowerShell で: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6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で待受を立てる (管理者 PowerShell)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New-NetFirewallRule -DisplayName "ipoe-lab-8000" -Direction Inbound `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 -LocalPort 8000 -Protocol TCP -Action Allow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$l = [System.Net.Sockets.TcpListener]::new([System.Net.IPAddress]::Any, 8000); $l.Start()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先に LAN の中から叩いて、待受が生きていることを証明します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-m5 http://192.168.100.50:8000/     → OK が返る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これを飛ばすと「DS-Lite だから」なのか「待受が動いてないだけ」か区別できません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NAT の内側と外側を宣言してから、開放を設定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Vlan1   →  ip nat inside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 →  ip nat outside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設定は通ります。show ip nat translations に変換エントリも出ます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の中からは繋がるのに、外からは届きません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(Windows) で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-s -o NUL -w "%{time_total}\n" http://www.lab.example/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→ 0.2 秒程度。速いので、障害が起きていることに気づけません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【司会】同じ URL を別の実装で叩いて見せる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Windows に入っていません (PowerShell の wget は別物)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ssh &lt;LAB-CLIENT&gt; 'wget -q -O /dev/null http://www.lab.example/'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Windows の curl.exe … 0.2 秒程度。速いので気づけません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Linux の wget     … 15 秒でタイムアウト。完全に固まります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だから「私の PC では再現しません」は、障害が無いことの証明になりません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10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7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http://203.0.113.80/     →  src: 203.0.113.1 に戻っていれば完了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【あなた】検証用 PC のアドレスを自動取得に戻す ← 忘れると席で繋がりません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dhcp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dhcp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4。見るべきは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自分の案件が来たら、この環境を使ってください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79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6583680"/>
              </a:tblGrid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契約書を見て分かったこと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この環境でどう試すか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 系
(transix / クロスパス / v6コネクト)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今日やった構成そのままです。お客様と同型の CPE を持ち込んで、同じ手順で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系
(v6プラス / OCN バーチャルコネクト / IPv6 オプション)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司会が lab-mode.sh mape に切り替えます。CE は C1111-8P か OpenWrt (892FJ では不可)。ルール配布サーバもあるので、本番と同じ自動設定の形で試せます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9484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 か PD か分からない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両方試せます。lab-mode.sh ra / pd を切り替えて、CPE の設定が両方で成立するか確認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784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環境を使いたいときの窓口: 會津まで (分からないことは何でも聞いてください)  /  伝えること: ① VNE 名 ② RA か PD か (不明可) ③ 持ち込む CPE の機種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もっと壊したい人へ — test-matrix.md §4 に R1〜R13。今日やったのは 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R7  二重終端 … HGW と配下ルータの両方が IPv4 over IPv6 を終端してしまう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R9  プレフィックス変更への追従 … 網から降る住所が変わったとき LAN が付いてこられるか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R13 外→内の IPv6 直接着信 … NAT が無くなると外から直接届く。その是非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のトラブル一覧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