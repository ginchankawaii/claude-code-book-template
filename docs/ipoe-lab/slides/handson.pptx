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・開始前に lab-mode.sh status を叩いて、いまの方式を把握しておくこと。</a:t>
            </a:r>
          </a:p>
          <a:p>
            <a:r>
              <a:t>・受講者がサーバに触ろうとしたら止める。ここを混ぜると学びが薄まる。</a:t>
            </a:r>
          </a:p>
          <a:p>
            <a:r>
              <a:t>・「3 つめ(いま何が起きたか)が本体です」と最初に言い切っておくと、</a:t>
            </a:r>
          </a:p>
          <a:p>
            <a:r>
              <a:t>  受講者がコマンドの写経で満足しなくなる。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・**このページは飛ばさないこと。**ここが頭に入っていないと以降が全部ぼやける。</a:t>
            </a:r>
          </a:p>
          <a:p>
            <a:r>
              <a:t>・ホワイトボードにも同じ絵を描いて、演習中ずっと残しておくとよい。</a:t>
            </a:r>
          </a:p>
          <a:p>
            <a:r>
              <a:t>・「いまどこの話か」を毎回この絵で指すこと。</a:t>
            </a:r>
          </a:p>
          <a:p/>
          <a:p>
            <a:r>
              <a:t>【司会が使うコマンド — 受講者は打ちません】</a:t>
            </a:r>
          </a:p>
          <a:p>
            <a:r>
              <a:t>  ./lab-mode.sh status              … いま何方式か (実機を見て判定します)</a:t>
            </a:r>
          </a:p>
          <a:p>
            <a:r>
              <a:t>  ./lab-mode.sh ra / pd             … 網の IPv6 の配り方を切り替える</a:t>
            </a:r>
          </a:p>
          <a:p>
            <a:r>
              <a:t>  ./lab-mode.sh dslite &lt;CEのIPv6&gt;   … IPv4 の運び方を DS-Lite にする</a:t>
            </a:r>
          </a:p>
          <a:p>
            <a:r>
              <a:t>  ./lab-mode.sh mape                … IPv4 の運び方を MAP-E にする</a:t>
            </a:r>
          </a:p>
          <a:p>
            <a:r>
              <a:t>  ./lab-mode.sh break mtu|dns       … 障害を注入する</a:t>
            </a:r>
          </a:p>
          <a:p>
            <a:r>
              <a:t>  ./lab-mode.sh restore             … 障害を戻す</a:t>
            </a:r>
          </a:p>
          <a:p>
            <a:r>
              <a:t>  ./lab-mode.sh prov on / prov log  … ルール配布サーバ起動 / 要求を見る (演習 5b)</a:t>
            </a:r>
          </a:p>
          <a:p>
            <a:r>
              <a:t>  ./lab-mode.sh prov rule shared|fixed … 共有IP / 固定IP1相当 を切替 (演習 5b)</a:t>
            </a:r>
          </a:p>
          <a:p>
            <a:r>
              <a:t>・**切り替えるたびに「いま何方式か」と「期待する出口アドレス」を読み上げること。**</a:t>
            </a:r>
          </a:p>
          <a:p>
            <a:r>
              <a:t>  lab-mode.sh がその 2 つを画面に出すので、そのまま読めばよい。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・**ipv6 unicast-routing を飛ばす人が必ず出る。**入っていないと演習 1 でアドレスが付かない。</a:t>
            </a:r>
          </a:p>
          <a:p>
            <a:r>
              <a:t>・FastEthernet0 の switchport access vlan 1 も忘れやすい。PC が LAN に乗らない。</a:t>
            </a:r>
          </a:p>
          <a:p>
            <a:r>
              <a:t>・write memory まで全員がやったか確認すること。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・**固定 IP にするのは 892FJ の DHCP を避けるため**(サイクル 4 で実際に踏んだ)。</a:t>
            </a:r>
          </a:p>
          <a:p>
            <a:r>
              <a:t>  「実務では DHCP を使います。今日は本題に集中するため固定にします」と一言添えること。</a:t>
            </a:r>
          </a:p>
          <a:p>
            <a:r>
              <a:t>・社用 PC だと有線アダプタが無い人がいる。**事前に確認しておくこと。**</a:t>
            </a:r>
          </a:p>
          <a:p>
            <a:r>
              <a:t>・解散前に必ず dhcp に戻させる。戻し忘れると席で社内ネットに繋がらなくなる。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ra を叩いたら「いまラボは RA 方式です。ひかり電話なしのお客様と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・**debug を先に仕掛けさせるのを忘れないこと。**後から打っても流れは見えない。</a:t>
            </a:r>
          </a:p>
          <a:p>
            <a:r>
              <a:t>・全員のアドレスが付くまで待つ。1 人でも付かなければ次に進まない。</a:t>
            </a:r>
          </a:p>
          <a:p>
            <a:r>
              <a:t>・付かない人がいたら: インタフェース名が違う (show ip interface brief で確認)、</a:t>
            </a:r>
          </a:p>
          <a:p>
            <a:r>
              <a:t>  または ipv6 unicast-routing が入っていない。</a:t>
            </a:r>
          </a:p>
          <a:p>
            <a:r>
              <a:t>・**undebug all を全員がやったか確認すること。**流しっぱなしだと以降が読めなくなる。</a:t>
            </a:r>
          </a:p>
          <a:p>
            <a:r>
              <a:t>・次の演習 2 との対比が本体。ここでは深追いしない。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pd を叩いたら「いま PD 方式にしました。ひかり電話ありのお客様と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・**受講者に設定を触らせないこと。**「同じ操作をもう一度」が効きどころ。</a:t>
            </a:r>
          </a:p>
          <a:p>
            <a:r>
              <a:t>・付かないことを全員が確認するまで待つ。ここで驚いてもらうのが目的。</a:t>
            </a:r>
          </a:p>
          <a:p>
            <a:r>
              <a:t>・「なんで付かないと思いますか?」と 30 秒だけ考えさせてから次のページへ。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・**ここは 5 分かけて説明すること。**今日の中心です。急がない。</a:t>
            </a:r>
          </a:p>
          <a:p>
            <a:r>
              <a:t>・PD 方式では網が「プレフィックスは DHCPv6 で取りに来い」としか言わないので、</a:t>
            </a:r>
          </a:p>
          <a:p>
            <a:r>
              <a:t>  autoconfig は材料が無くて何も作れない、という筋道を口で説明する。</a:t>
            </a:r>
          </a:p>
          <a:p>
            <a:r>
              <a:t>・次ページで「RA 自体は届いている」を見せると効く。そこまでを 1 セットで。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・**show ipv6 routers が「受信した RA」の一覧。**ここを強調すること。</a:t>
            </a:r>
          </a:p>
          <a:p>
            <a:r>
              <a:t>・よく似た show ipv6 interface | include Router advertisement は</a:t>
            </a:r>
          </a:p>
          <a:p>
            <a:r>
              <a:t>  **自分が送る RA の設定値**なので、受信の確認には使えない。間違えやすい。</a:t>
            </a:r>
          </a:p>
          <a:p>
            <a:r>
              <a:t>  (しかも 0-3 で ipv6 nd ra suppress all を入れているので、そもそも出ない)</a:t>
            </a:r>
          </a:p>
          <a:p>
            <a:r>
              <a:t>・この症状は自宅の検証でも実際に踏んだ。原因に辿り着くまで時間を使った、と添えると効く。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・**この表を演習 2 の説明の中で読むこと。**別枠の時間は取らない。</a:t>
            </a:r>
          </a:p>
          <a:p>
            <a:r>
              <a:t>・読んだら ./lab-mode.sh ra で RA 方式に戻してから第2部へ進む。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・**先に予想させること。**「ルータに手で入れる」と答える人が多い。</a:t>
            </a:r>
          </a:p>
          <a:p>
            <a:r>
              <a:t>  そこを外すのがこの演習の目的。</a:t>
            </a:r>
          </a:p>
          <a:p>
            <a:r>
              <a:t>・**投入した設定に IPv4 が 1 つも無いこと**を指で示すと効く。</a:t>
            </a:r>
          </a:p>
          <a:p>
            <a:r>
              <a:t>・C1111-8P は 1 台しかないので実演。受講者は手を止めて画面を見る。</a:t>
            </a:r>
          </a:p>
          <a:p>
            <a:r>
              <a:t>・時間が押していても **前半は削らないこと。**説明会で一番腑に落ちない箇所。</a:t>
            </a:r>
          </a:p>
          <a:p>
            <a:r>
              <a:t>・**後半 (配る値を変える) は reload が要るので 3 分ほど待つ。**</a:t>
            </a:r>
          </a:p>
          <a:p>
            <a:r>
              <a:t>  待ち時間に「なぜ再起動が要るのか」を説明すると、そこが持ち帰りになる。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・**なぜ「両側」なのかを必ず説明すること。**経路 MTU は送る側が覚える。</a:t>
            </a:r>
          </a:p>
          <a:p>
            <a:r>
              <a:t>  このダウンロードで大きいパケットを送っているのは **INET-SIM (サーバ) 側**なので、</a:t>
            </a:r>
          </a:p>
          <a:p>
            <a:r>
              <a:t>  手元の PC だけ消してもサーバが小さいまま送り続けて再現しない。</a:t>
            </a:r>
          </a:p>
          <a:p>
            <a:r>
              <a:t>・「片側だけ消して再現しない」は現場でもよくある足踏み。ここが持ち帰りどころ。</a:t>
            </a:r>
          </a:p>
          <a:p>
            <a:r>
              <a:t>・**MSS の調整は Vlan1 と Tunnel0 の 2 か所に入っている** (0-3 で入れた)。</a:t>
            </a:r>
          </a:p>
          <a:p>
            <a:r>
              <a:t>  **片方だけ外すと再現しない。**模擬勉強会でここが漏れていた。</a:t>
            </a:r>
          </a:p>
          <a:p>
            <a:r>
              <a:t>  show running-config | include adjust-mss で「何も出ない」ことを確認させること。</a:t>
            </a:r>
          </a:p>
          <a:p>
            <a:r>
              <a:t>・**⚠ この演習は 892FJ での通し実走がまだ。**手順は OpenWrt CE での実測から組んである。</a:t>
            </a:r>
          </a:p>
          <a:p>
            <a:r>
              <a:t>  **実施前に司会が一度通すこと。**出力が違ったら build-log.md に記録する。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・**LAN 内からの対照実験を飛ばさないこと。**これが無いと実験として成立しない</a:t>
            </a:r>
          </a:p>
          <a:p>
            <a:r>
              <a:t>  (IPv4 の実務が長い受講者ほど、ここを突いてくる)。</a:t>
            </a:r>
          </a:p>
          <a:p>
            <a:r>
              <a:t>・ip nat inside / outside を付けさせるのも同じ理由。付けずに落ちても</a:t>
            </a:r>
          </a:p>
          <a:p>
            <a:r>
              <a:t>  「設定不備で落ちただけでは?」と言われて教訓が伝わらない。</a:t>
            </a:r>
          </a:p>
          <a:p>
            <a:r>
              <a:t>・**⚠ この演習も 892FJ での通し実走がまだ。**出力は OpenWrt CE での実測 (R4) から。</a:t>
            </a:r>
          </a:p>
          <a:p>
            <a:r>
              <a:t>  **実施前に司会が一度通すこと。**</a:t>
            </a:r>
          </a:p>
          <a:p>
            <a:r>
              <a:t>・後始末: 静的 NAT の削除 + no ip nat inside / outside + ファイアウォール規則の削除。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・15 秒 / 0.2 秒 は自宅ラボの Linux クライアントでの実測値 (サイクル 5)。</a:t>
            </a:r>
          </a:p>
          <a:p>
            <a:r>
              <a:t>  Windows 側の数字は端末によって多少ぶれる、と添えること。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・**全員が FAIL=0 に戻るまで解散しないこと。**戻し忘れが次回の演習を壊す。</a:t>
            </a:r>
          </a:p>
          <a:p>
            <a:r>
              <a:t>・とくに 892FJ 側の adjust-mss / ip nat inside source / ip nat inside・outside の</a:t>
            </a:r>
          </a:p>
          <a:p>
            <a:r>
              <a:t>  消し忘れが多い。</a:t>
            </a:r>
          </a:p>
          <a:p>
            <a:r>
              <a:t>・**検証用 PC を dhcp に戻させるのを絶対に忘れないこと。**</a:t>
            </a:r>
          </a:p>
          <a:p>
            <a:r>
              <a:t>  固定のまま席に戻ると社内ネットワークに繋がらず、問い合わせが来る。</a:t>
            </a:r>
          </a:p>
          <a:p>
            <a:r>
              <a:t>・lab-mode.sh status で「障害の注入: なし」を全員に見せてから締める。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・**このページが今日いちばんの持ち帰りです。**「自分でも試せる」で終わらせること。</a:t>
            </a:r>
          </a:p>
          <a:p>
            <a:r>
              <a:t>・**窓口の名前を事前に埋めておくこと。**空欄のまま出すと誰も使いに来ない。</a:t>
            </a:r>
          </a:p>
          <a:p>
            <a:r>
              <a:t>・**同時に検証できる CPE は 1 台**なので、日程を先に押さえるよう言うこと。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ハンズオン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実機を触って、環境が変わるのを見る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説明会を受けた人 / 時間: 165 分 (休憩 10 分を含む。時間配分は仮案です)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使う端末: 実機の Cisco 892FJ (コンソール接続) と Windows の検証用 PC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やること: 実機のルータ (Cisco 892FJ) にコマンドを打つ。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その間、司会が裏で網の方式を切り替えます。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同じコマンドを打っても、方式が変わると出力が変わります。そこを見ます。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今日の役割分担 — あなたはサーバを触りません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誰が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何をするか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司会 (講師)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lab-mode.sh で網の方式を切り替える。「いま RA 方式です」と宣言する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あなた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実機の 892FJ にログインして IOS のコマンドを打つ。出力を読む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各演習は「打つコマンド → 出てくる出力 → いま何が起きたか」の 3 点セットです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"/>
            <a:ext cx="7214461" cy="6400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3101" y="548640"/>
            <a:ext cx="4124098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検証ラボの全体像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NTT の網も VNE も、全部 Linux VM で作ってあります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実機の CPE は 物理 NIC 経由で PG-ACCESS に繋ぎます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今日あなたが触るのは 2 つだけ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赤枠の 実機 CPE と 検証用 PC 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青枠のサーバ側は 司会が動かします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覚えておくと迷わない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PG-ACCESS … アドレスが配られる場所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VNE … IPv4 を IPv6 から取り出す場所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INET-SIM … 行き先。出口アドレスを教えてくれる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図の一番下を見てください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方式ごとにどこを通るかと、出口アドレスが書いてあります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0-2. まず実機をまっさらにする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前の案件の設定が残っていると、原因不明のトラブルになります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write erase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Erasing the nvram filesystem ... Continue?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reload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System configuration has been modified. Save? [yes/no]:  no   ← ★ no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Proceed with reload?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再起動後、初期設定ダイアログが出たら no と答えてください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設定を全部消して、工場出荷に近い状態に戻しました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Save? に yes と答えると 消したはずの設定が書き戻ります。ここは必ず no 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最低限の設定を入れる (10 分) — 892FJ 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hostname CPE / no ip domain lookup / ipv6 unicast-routing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GigabitEthernet0   ← WAN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ip address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address autoconfig default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enable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nd ra suppress all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Vlan1   ← LAN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192.168.100.1 255.255.255.0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FastEthernet0   ← 検証用 PC を挿すポート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switchport access vlan 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end  →  write memory   ← 保存を忘れないこと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890 系は機種で構成が違います。show ip interface brief で実物を確認してから使ってください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つづき — 検証用 PC 側 (Windows)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今日は全部 Windows のコマンドで進めます。DHCP は使いません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DHCP サーバは機種で挙動が違い、そこで詰まると本題に入れないため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FastEthernet0 に繋いだ有線アダプタに、固定でこの 3 つを入れます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アドレス        192.168.100.50 / 255.255.255.0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デフォルトゲートウェイ  192.168.100.1   (= 892FJ の Vlan1)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DNS サーバ         203.0.113.53    (= 模擬インターネットの DNS)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PowerShell なら (インタフェース名は netsh interface show interface で確認)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address "イーサネット" static 192.168.100.50 255.255.255.0 192.168.100.1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dns     "イーサネット" static 203.0.113.53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終わったら元に戻すのを忘れずに (第4部に戻し方があります)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アドレスが降りてくるのを見る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30 分。設定を変えずに、網の方式だけを変えます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1: RA 方式で IPv6 が付く — やり取りを目で見ながら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ra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で。先に debug を仕掛けてから上げ下げします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 (アドレスが付くまでのやり取り)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Received RA from FE80::AC:FF:FE00:1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  Prefix 2001:DB8:1014:300::/64 onlink autoconfig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Autoconfiguring address 2001:DB8:1014:300:E6AA:...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流れ終わったら必ず止める: CPE# undebug all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そのあと CPE# show ipv6 interface GigabitEthernet0 で結果を確認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 で何が起きたか — 3 段階です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no shutdown した瞬間、892FJ は FE80:: を自分で作った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誰にも聞かずに作れるアドレス。説明会の「鶏と卵」がこれです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Sending RS … その FE80:: を送信元に「ルータいますか」と網に聞いた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Received RA … 網が「前半は 2001:DB8:1014:300::/64 です」と答えた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Prefix ... autoconfig ← この印が付いているから、自分で作ってよい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Autoconfiguring address ← 後半を自分で作って完成させた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後半は MAC アドレスから作られています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この機体の MAC は E4:AA:5D:82:36:4A。変形して入っているのが見えます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だから「事前にアドレスが分からない」。これが後の DS-Lite で効いてきます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Prefix ... autoconfig の 1 行を覚えておいてください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次の演習で、この 1 行だけが消えます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2: PD 方式にすると、アドレスが付かなくなる (15 分) ← 今日いちばん大事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pd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【あなた】さっきと まったく同じ操作を もう一度 (debug も同じように)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undebug all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interface GigabitEthernet0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is enabled, link-local address is FE80::E6AA:5DFF:FE82:364A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No global unicast address is configured        ← ★ 付かない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設定は 1 文字も変えていません。網の方式が変わっただけです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2 で何が起きたか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384048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RA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PD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網が RA で配るもの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 (前半)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「DHCPv6 で取りに来い」という指示だけ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autoconfig 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アドレスが作れる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材料が無いので作れない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ipv6 address autoconfig は RA の中のプレフィックスからしかアドレスを作れません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 が実案件だとどう出るか — 一番たちが悪いパターン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RA 自体は届いています。さっきのデバッグ出力を見比べてください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Received RA from FE80::AC:FF:FE00:1   ← RA は届いている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                                       ← ★ Prefix の行が無い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消えたのは Prefix ... autoconfig の 1 行だけです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受け取ったルータも、ちゃんと見えています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routers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Router FE80::AC:FF:FE00:1 on GigabitEthernet0, last update 0 min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つまり現場ではこう見えます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「RA は来ている。ケーブルも問題ない。なのにアドレスが付かない」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原因が見えません。方式の食い違いを疑えるかどうかが分かれ目です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対処: PD 方式のお客様には DHCPv6-PD に対応した CPE が要ります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これは実際に自社で起きた事故です — 2 回続けて開通できませんでした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担当者が想定したもの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が書かれていません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なぜ起きたのか — 担当者のミスとして片付けてはいけません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公開情報だけでは、机上で決められないからです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その回線の公式ページに書いてあったこと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動的 IP コース … transix IPv4接続 (DS-Lite)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固定 IP コース … transix IPv4接続 (固定IP)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の払い出し方式 (RA か PD か) … 記載なし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この事故が示している 3 つのこと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「方式」は 1 つではなく 2 段ある。IPv6 の払い出し と IPv4 の運び方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「transix だから DS-Lite」まで分かっても、RA か PD かは別に確かめる必要があります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コース名 (動的 IP / 固定 IP) で IPv4 の方式が変わる。契約したコースの確認が要ります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「ひかり電話ありなら PD」は事業者向けサービスでは通用しない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家庭向けの経験則をそのまま当てはめると外します。この案件は固定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いま見た「設定は同じなのにアドレスが付かない」が、そのとき現場で起きていた光景です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第1部のまとめ — 見るべきは「RA が来たか」ではありません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840480"/>
                <a:gridCol w="3840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演習 1 (RA 方式)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演習 2 (PD 方式)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Received 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 ← ここが罠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Prefix ...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出ない ← 本当の差はここ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付く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付かない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現場では「RA が来ているか」だけを見て『網は正常』と判断しがちです。見るべきは Prefix ... autoconfig の 1 行でした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を通す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分。IPv6 は通っていますが IPv4 はまだ通りません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3: DS-Lite のトンネルを張る (20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で確かめる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ping 203.0.113.80    → 通りません。IPv6 しか降りていないので当然です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自分の WAN アドレスを確認して、司会に伝える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CPE# show ipv6 interface GigabitEthernet0 | include 2001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なぜ伝えるのか: RA 方式のアドレスは MAC から作られるので 司会側では事前に分かりません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網側のトンネルを、この値に向ける必要があります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dslite 2001:db8:1014:300:e6aa:5dff:fe82:364a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でトンネルを張る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192.0.0.2 255.255.255.248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mtu 1460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source GigabitEthernet0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mode ipv6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destination 2001:DB8:8888::1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route 0.0.0.0 0.0.0.0 Tunnel0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3 で何が起きたか — 1 行ずつ意味があります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71323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設定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意味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address 192.0.0.2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RFC 6333 が「トンネルの入口はこれを使え」と決めている。自由に決めてはいけません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mode ipv6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のパケットを IPv6 で包む。説明会の「箱に詰める」がこれです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destination 2001:DB8:8888::1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箱を開ける相手 (AFTR)。網側の装置です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mtu 1460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箱の厚み 40 バイトを引いた大きさ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tcp adjust-mss 1420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さらに TCP と IP のヘッダ 40 を引いた値。無いと大きいファイルが落ちません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route 0.0.0.0 0.0.0.0 Tunnel0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の行き先を全部このトンネルに投げる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Line protocol on Interface Tunnel0, changed state to up が出れば成功。検証用 PC から ping が通ります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4: 「通った」で終わらせない — 出口アドレスを見る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【あなた】検証用 PC 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curl http://203.0.113.80/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lab-inet OK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src: 203.0.113.1        ← これが答え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src: は「サーバから見て、どのアドレスから来たか」です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203.0.113.1        → 網側の AFTR で NAT された = DS-Lite が成立している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192.168.100.x のまま → どこでも NAT されていない (経路の誤り か NAT の不適用)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実話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検証スクリプトが 全項目 PASS したのに 網側 NAT が効いていなかったことがあります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気づいたのは src: を見たときだけでした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切替当日、疎通確認だけで「OK です」と言わないでください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ついでに TTL を見る: ping すると TTL=62。相手は 64 で返すので ルータを 2 つ越えた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5: 892FJ では MAP-E ができない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で試してみる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CPE(config)# nat64 ?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→ nat64 というコマンド自体がありません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IOS (classic IOS 15.x) には MAP-E の機能がありません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は組めます (tunnel mode ipv6 だけで済むため)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は組めません (アドレスとポートの計算をする機能が要るため)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これが実案件だとどう効くか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お客様の VNE が MAP-E 系 (v6プラス / OCN バーチャルコネクト等) だと 892FJ は使えません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納入実績に 892FJ が多いなら、契約書で VNE を確認する時点でこれが分かります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5b: では MAP-E は誰が設定するのか (15 分・司会の実演)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まず考えてください — 答えを聞く前に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892FJ には MAP-E の設定を入れられませんでした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では 対応している機種には、誰がどうやって設定を入れるのでしょうか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答え: 誰も入れません。CPE が事業者のサーバから取ってきます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① CPE が起動する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② 事業者のルール配布サーバに問い合わせる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③ サーバがルールを返す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④ CPE が 自分の IPv6 と ルール から IPv4 とポート範囲を計算する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【司会】C1111-8P に設定を入れて、サーバのログを見せる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GET /rule.cgi/?ipv6Prefix=2001:DB8:1014:300::&amp;ipv6PrefixLength=64&amp;code=...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User-Agent: cisco-IOS      ← ルータが自分から聞きに行っています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入れた設定の中に IPv4 もポート番号も 1 つもありません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それでも show nat64 map-e には Share-ratio 256 / Port-set-id 3 が入ります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検証用 PC から curl → src 198.51.100.20 で外に出ます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5b の山場 — 配る値を 1 つ変えると、CPE の持ち分が変わる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023360"/>
                <a:gridCol w="3657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共有IP (既定)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固定IP1 相当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司会のコマンド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./lab-mode.sh prov rule shared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./lab-mode.sh prov rule fixed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サーバが返す eaBitLength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Share-ratio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256 (256 人で分ける)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(分けない)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Port-offset-bits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6 (ルータが勝手に設定)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使えるポート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240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64512 個 (1024〜65535)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(同じ!)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CE の MAP 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...:1400:300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...:1400:0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⚠ 取り直させるには reload が要ります。一度受理した CPE は shut/no shut では取りに来ません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壊す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分。現場で呼ばれるのは壊れたときだけです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6: MTU ブラックホール (20 分) — 3 つそろわないと壊れません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【あなた】まず正常な状態を確認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curl.exe -o NUL -w "size=%{size_download}\n" http://203.0.113.80/big.bin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size=5242880 (5MB) が落ちてきます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① 【司会】 ./lab-mode.sh break mtu     → もう一度 curl。まだ落ちてきます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【あなた】892FJ で MSS の調整を切る — 2 か所あります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Tunnel0 →  no ip tcp adjust-mss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Vlan1   →  no ip tcp adjust-mss     → まだ落ちてきます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片方だけ外しても、もう片方で抑えられて再現しません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③ 経路の記憶を 両側で 消す ← ここが一番間違えやすい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INET-SIM で: ssh &lt;INET-SIM&gt; sudo ip route flush cache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【あなた】管理者 PowerShell で: netsh interface ipv4 delete destinationcache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ここで初めて 5MB が止まります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6 で何が起きたか — なぜ ①② では壊れなかったのか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78638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段階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なぜまだ動いたのか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① 障害だけ入れた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892FJ が MSS を 1420 に調整していたので、そもそも大きいパケットが出ていなかった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② MSS 調整を切った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経路の MTU が学習済みだったので、まだ小さいまま送っていた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③ 記憶を消した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ここで初めて 1500 で送り始めて、途中で詰まった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「さっきまで再現していたのに再現しない」が起きる理由。直したつもりで直っていないことに気づけません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7: ポート開放を試して、失敗させる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で待受を立てる (管理者 PowerShell)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New-NetFirewallRule -DisplayName "ipoe-lab-8000" -Direction Inbound `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 -LocalPort 8000 -Protocol TCP -Action Allow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$l = [System.Net.Sockets.TcpListener]::new([System.Net.IPAddress]::Any, 8000); $l.Start()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先に LAN の中から叩いて、待受が生きていることを証明します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curl.exe -m5 http://192.168.100.50:8000/     → OK が返る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これを飛ばすと「DS-Lite だから」なのか「待受が動いてないだけ」か区別できません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NAT の内側と外側を宣言してから、開放を設定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Vlan1   →  ip nat inside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 →  ip nat outside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nat inside source static tcp 192.168.100.50 8000 interface Tunnel0 8080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設定は通ります。show ip nat translations に変換エントリも出ます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【司会】INET-SIM から外から叩く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 -m5 http://203.0.113.1:8080/    → 接続拒否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 -m5 http://192.0.0.2:8080/      → タイムアウト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LAN の中からは繋がるのに、外からは届きません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 で何が起きたか — 外から見えるアドレスが 1 つも無い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CPE# show ip interface brief で確かめてください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GigabitEthernet0 (WAN) … IPv4 アドレスが無い (no ip address)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Tunnel0 … 192.0.0.2。これは RFC 6333 が決めた「トンネルの入口」です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外から見えるアドレスではありません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外から来た通信を受け取る場所が、そもそも存在しません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 UI 上は入るのに一切着信しないのは、これが理由です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お客様への説明の組み立て方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「設定でどうにかできる話ではありません」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「外から入る通信が必要でしたら、固定 IP のオプション契約が要ります」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後始末: no ip nat inside source static tcp ... を忘れずに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8: 同じ障害でも、端末によって症状が違う (5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break dns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(Windows) で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curl.exe -s -o NUL -w "%{time_total}\n" http://www.lab.example/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→ 0.2 秒程度。速いので、障害が起きていることに気づけません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【司会】同じ URL を別の実装で叩いて見せる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wget は Windows に入っていません (PowerShell の wget は別物)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ssh &lt;LAB-CLIENT&gt; 'wget -q -O /dev/null http://www.lab.example/'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結果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Windows の curl.exe … 0.2 秒程度。速いので気づけません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Linux の wget     … 15 秒でタイムアウト。完全に固まります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AAAA (IPv6 のアドレス) は返るのに、IPv6 では到達できない状態を作りました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curl は IPv6 を少し試して すぐ IPv4 に切り替えます (Happy Eyeballs)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wget は IPv6 で待ち続けます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「A さんの PC は遅いが B さんは普通」というお客様申告の正体がこれです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だから「私の PC では再現しません」は、障害が無いことの証明になりません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戻して終わる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10 分。戻し忘れは次の演習で「原因の分からない失敗」として出ます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9: 元に戻す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adjust-mss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 tcp adjust-mss 1420 が Tunnel0 と Vlan1 の両方にあること。無ければ入れ直す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ip nat inside source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何も出ないこと (演習 7 の設定が残っていないこと)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restore  →  ./lab-mode.sh status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「障害の注入: なし」になっていることを全員で確認します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【あなた】最後に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curl.exe http://203.0.113.80/     →  src: 203.0.113.1 に戻っていれば完了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【あなた】検証用 PC のアドレスを自動取得に戻す ← 忘れると席で繋がりません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address "イーサネット" dhcp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dns     "イーサネット" dhcp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手を動かして分かったこと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設定を変えなくても、網の方式が変わればアドレスが付かなくなる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2。しかも RA 自体は届いているので、原因が見えません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ping が通っても、正しい経路を通ったことにはならない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4。見るべきは 出口アドレス 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892FJ では MAP-E ができない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5。機器と方式の組み合わせは、契約書を見た時点で分かります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障害は 3 つそろわないと再現しない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6。「さっきまで再現していたのに」が起きます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同じ障害でも端末によって症状が違う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8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5 つは、教科書にもマニュアルにも書いてありません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自分の案件が来たら、この環境を使ってください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5793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6583680"/>
              </a:tblGrid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契約書を見て分かったこと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この環境でどう試すか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 系
(transix / クロスパス / v6コネクト)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今日やった構成そのままです。お客様と同型の CPE を持ち込んで、同じ手順で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系
(v6プラス / OCN バーチャルコネクト / IPv6 オプション)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司会が lab-mode.sh mape に切り替えます。CE は C1111-8P か OpenWrt (892FJ では不可)。ルール配布サーバもあるので、本番と同じ自動設定の形で試せます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9484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 か PD か分からない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両方試せます。lab-mode.sh ra / pd を切り替えて、CPE の設定が両方で成立するか確認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9784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環境を使いたいときの窓口: 會津まで (分からないことは何でも聞いてください)  /  伝えること: ① VNE 名 ② RA か PD か (不明可) ③ 持ち込む CPE の機種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次にやること / 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次にやること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自分の担当案件の VNE を調べる (契約書の「IPv6 接続サービス」の名称)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を納入している拠点をリストアップする。MAP-E 系ならリプレースが要ります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もっと壊したい人へ — test-matrix.md §4 に R1〜R13。今日やったのは 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R7  二重終端 … HGW と配下ルータの両方が IPv4 over IPv6 を終端してしまう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R9  プレフィックス変更への追従 … 網から降る住所が変わったとき LAN が付いてこられるか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R13 外→内の IPv6 直接着信 … NAT が無くなると外から直接届く。その是非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参考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実機の設定手順 (詳細)   runbook-vmware.md §8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詰まったとき           runbook-vmware.md §9 のトラブル一覧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障害再現レシピ (全13種) test-matrix.md §4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説明会資料 (座学)       slides/setsumeikai.md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司会用のモード切替      lab/ipoe/lab-mode.sh --help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